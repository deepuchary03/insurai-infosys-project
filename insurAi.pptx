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1" r:id="rId1"/>
  </p:sldMasterIdLst>
  <p:notesMasterIdLst>
    <p:notesMasterId r:id="rId13"/>
  </p:notesMasterIdLst>
  <p:sldIdLst>
    <p:sldId id="256" r:id="rId2"/>
    <p:sldId id="259" r:id="rId3"/>
    <p:sldId id="301" r:id="rId4"/>
    <p:sldId id="261" r:id="rId5"/>
    <p:sldId id="300" r:id="rId6"/>
    <p:sldId id="296" r:id="rId7"/>
    <p:sldId id="305" r:id="rId8"/>
    <p:sldId id="303" r:id="rId9"/>
    <p:sldId id="304" r:id="rId10"/>
    <p:sldId id="307" r:id="rId11"/>
    <p:sldId id="306" r:id="rId12"/>
  </p:sldIdLst>
  <p:sldSz cx="9144000" cy="5143500" type="screen16x9"/>
  <p:notesSz cx="6858000" cy="9144000"/>
  <p:embeddedFontLst>
    <p:embeddedFont>
      <p:font typeface="Epilogue" panose="020B0604020202020204" charset="0"/>
      <p:regular r:id="rId14"/>
      <p:bold r:id="rId15"/>
      <p:italic r:id="rId16"/>
      <p:boldItalic r:id="rId17"/>
    </p:embeddedFont>
    <p:embeddedFont>
      <p:font typeface="Lato" panose="020F0502020204030203" pitchFamily="34" charset="0"/>
      <p:regular r:id="rId18"/>
      <p:bold r:id="rId19"/>
      <p:italic r:id="rId20"/>
      <p:boldItalic r:id="rId21"/>
    </p:embeddedFont>
    <p:embeddedFont>
      <p:font typeface="Nunito Light" pitchFamily="2" charset="0"/>
      <p:regular r:id="rId22"/>
      <p:italic r:id="rId23"/>
    </p:embeddedFont>
    <p:embeddedFont>
      <p:font typeface="Raleway"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3D4BE21-7F6D-4778-A536-470F5A093F47}">
  <a:tblStyle styleId="{E3D4BE21-7F6D-4778-A536-470F5A093F4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6243EBC-ADEF-4E03-AA98-81E5BC3BA494}"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1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8"/>
        <p:cNvGrpSpPr/>
        <p:nvPr/>
      </p:nvGrpSpPr>
      <p:grpSpPr>
        <a:xfrm>
          <a:off x="0" y="0"/>
          <a:ext cx="0" cy="0"/>
          <a:chOff x="0" y="0"/>
          <a:chExt cx="0" cy="0"/>
        </a:xfrm>
      </p:grpSpPr>
      <p:sp>
        <p:nvSpPr>
          <p:cNvPr id="699" name="Google Shape;699;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0" name="Google Shape;700;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6FD3036A-DD04-36D5-2BC0-3833AF805CE4}"/>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FF7AE5FE-1C8B-AE93-C9F1-468E7A0E3FD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0D4B6F03-C883-5BEF-35F0-7299A9141C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044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p:cNvGrpSpPr/>
        <p:nvPr/>
      </p:nvGrpSpPr>
      <p:grpSpPr>
        <a:xfrm>
          <a:off x="0" y="0"/>
          <a:ext cx="0" cy="0"/>
          <a:chOff x="0" y="0"/>
          <a:chExt cx="0" cy="0"/>
        </a:xfrm>
      </p:grpSpPr>
      <p:sp>
        <p:nvSpPr>
          <p:cNvPr id="1047" name="Google Shape;1047;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6">
          <a:extLst>
            <a:ext uri="{FF2B5EF4-FFF2-40B4-BE49-F238E27FC236}">
              <a16:creationId xmlns:a16="http://schemas.microsoft.com/office/drawing/2014/main" id="{CCB1489B-16A5-752D-11E0-F2E3248ABBF0}"/>
            </a:ext>
          </a:extLst>
        </p:cNvPr>
        <p:cNvGrpSpPr/>
        <p:nvPr/>
      </p:nvGrpSpPr>
      <p:grpSpPr>
        <a:xfrm>
          <a:off x="0" y="0"/>
          <a:ext cx="0" cy="0"/>
          <a:chOff x="0" y="0"/>
          <a:chExt cx="0" cy="0"/>
        </a:xfrm>
      </p:grpSpPr>
      <p:sp>
        <p:nvSpPr>
          <p:cNvPr id="1047" name="Google Shape;1047;g54dda1946d_6_332:notes">
            <a:extLst>
              <a:ext uri="{FF2B5EF4-FFF2-40B4-BE49-F238E27FC236}">
                <a16:creationId xmlns:a16="http://schemas.microsoft.com/office/drawing/2014/main" id="{3CEE15F5-A3B8-5DAA-245F-4DF9EB7AE8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 name="Google Shape;1048;g54dda1946d_6_332:notes">
            <a:extLst>
              <a:ext uri="{FF2B5EF4-FFF2-40B4-BE49-F238E27FC236}">
                <a16:creationId xmlns:a16="http://schemas.microsoft.com/office/drawing/2014/main" id="{3923ABF7-868D-46BC-165A-85D0D79F3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497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2363B02C-B65C-5E39-E4E0-196D4F490BC1}"/>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D5D6DF4F-8643-693C-825E-E29B301E7D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574BCBA5-AF86-5470-6221-9FAF4612F2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6911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C124AC65-6C36-B015-BD98-8A3EF915FA3E}"/>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7E952D9E-57AE-511C-6A8B-5C00624E128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AC7552DE-D84F-603E-B259-8F9F8A13F7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5200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F4D83D4C-6DD6-747E-7197-5D10456F9C6C}"/>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0A5A28E3-6924-024A-D3A0-7C4A0BD5BC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EC0E3E79-E75F-074F-1E10-679DE9BFDD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576619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190A1646-3E6B-942B-30D8-A77118F3B801}"/>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80599647-04C7-98A4-6DBD-60E992216C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A4019ADC-D7D4-0E6A-DE52-48D4512C5B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69293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5F496367-071F-68B7-B996-0E6B85C6C69A}"/>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EA40F858-0303-C562-CA17-CF7E328376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CDA7E39C-2558-D828-795C-A24AE29459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1724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a:extLst>
            <a:ext uri="{FF2B5EF4-FFF2-40B4-BE49-F238E27FC236}">
              <a16:creationId xmlns:a16="http://schemas.microsoft.com/office/drawing/2014/main" id="{219C763C-E778-6B70-9BAA-47398DF9EA6B}"/>
            </a:ext>
          </a:extLst>
        </p:cNvPr>
        <p:cNvGrpSpPr/>
        <p:nvPr/>
      </p:nvGrpSpPr>
      <p:grpSpPr>
        <a:xfrm>
          <a:off x="0" y="0"/>
          <a:ext cx="0" cy="0"/>
          <a:chOff x="0" y="0"/>
          <a:chExt cx="0" cy="0"/>
        </a:xfrm>
      </p:grpSpPr>
      <p:sp>
        <p:nvSpPr>
          <p:cNvPr id="910" name="Google Shape;910;g54dda1946d_6_322:notes">
            <a:extLst>
              <a:ext uri="{FF2B5EF4-FFF2-40B4-BE49-F238E27FC236}">
                <a16:creationId xmlns:a16="http://schemas.microsoft.com/office/drawing/2014/main" id="{3174FE1A-6468-CC72-AB80-4CAE2AC706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1" name="Google Shape;911;g54dda1946d_6_322:notes">
            <a:extLst>
              <a:ext uri="{FF2B5EF4-FFF2-40B4-BE49-F238E27FC236}">
                <a16:creationId xmlns:a16="http://schemas.microsoft.com/office/drawing/2014/main" id="{193A522C-711F-FFE6-306B-6B960AF12D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64210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1144500"/>
            <a:ext cx="4112100" cy="23787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000">
                <a:latin typeface="Epilogue"/>
                <a:ea typeface="Epilogue"/>
                <a:cs typeface="Epilogue"/>
                <a:sym typeface="Epilogu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523200"/>
            <a:ext cx="41121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latin typeface="Lato"/>
                <a:ea typeface="Lato"/>
                <a:cs typeface="Lato"/>
                <a:sym typeface="Lato"/>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p:nvPr/>
        </p:nvSpPr>
        <p:spPr>
          <a:xfrm rot="10800000">
            <a:off x="-1604593" y="-845132"/>
            <a:ext cx="3281418" cy="21328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899992" flipH="1">
            <a:off x="-1515196" y="4121356"/>
            <a:ext cx="3953580" cy="1921771"/>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4" name="Google Shape;114;p5"/>
          <p:cNvSpPr txBox="1">
            <a:spLocks noGrp="1"/>
          </p:cNvSpPr>
          <p:nvPr>
            <p:ph type="subTitle" idx="1"/>
          </p:nvPr>
        </p:nvSpPr>
        <p:spPr>
          <a:xfrm>
            <a:off x="4679150"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5" name="Google Shape;115;p5"/>
          <p:cNvSpPr txBox="1">
            <a:spLocks noGrp="1"/>
          </p:cNvSpPr>
          <p:nvPr>
            <p:ph type="subTitle" idx="2"/>
          </p:nvPr>
        </p:nvSpPr>
        <p:spPr>
          <a:xfrm>
            <a:off x="1080525" y="2453574"/>
            <a:ext cx="3384300" cy="113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16" name="Google Shape;116;p5"/>
          <p:cNvSpPr txBox="1">
            <a:spLocks noGrp="1"/>
          </p:cNvSpPr>
          <p:nvPr>
            <p:ph type="subTitle" idx="3"/>
          </p:nvPr>
        </p:nvSpPr>
        <p:spPr>
          <a:xfrm>
            <a:off x="1080536"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7" name="Google Shape;117;p5"/>
          <p:cNvSpPr txBox="1">
            <a:spLocks noGrp="1"/>
          </p:cNvSpPr>
          <p:nvPr>
            <p:ph type="subTitle" idx="4"/>
          </p:nvPr>
        </p:nvSpPr>
        <p:spPr>
          <a:xfrm>
            <a:off x="4679164" y="1817200"/>
            <a:ext cx="3384300" cy="572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Epilogue"/>
                <a:ea typeface="Epilogue"/>
                <a:cs typeface="Epilogue"/>
                <a:sym typeface="Epilogue"/>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18" name="Google Shape;118;p5"/>
          <p:cNvSpPr/>
          <p:nvPr/>
        </p:nvSpPr>
        <p:spPr>
          <a:xfrm rot="5551952">
            <a:off x="-721531" y="4084618"/>
            <a:ext cx="2053998" cy="1765206"/>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5"/>
          <p:cNvSpPr/>
          <p:nvPr/>
        </p:nvSpPr>
        <p:spPr>
          <a:xfrm rot="-460685">
            <a:off x="-850641" y="-888875"/>
            <a:ext cx="2082611" cy="168399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5"/>
          <p:cNvSpPr/>
          <p:nvPr/>
        </p:nvSpPr>
        <p:spPr>
          <a:xfrm rot="3259731">
            <a:off x="7063135" y="-804478"/>
            <a:ext cx="3168421" cy="256197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36"/>
        <p:cNvGrpSpPr/>
        <p:nvPr/>
      </p:nvGrpSpPr>
      <p:grpSpPr>
        <a:xfrm>
          <a:off x="0" y="0"/>
          <a:ext cx="0" cy="0"/>
          <a:chOff x="0" y="0"/>
          <a:chExt cx="0" cy="0"/>
        </a:xfrm>
      </p:grpSpPr>
      <p:sp>
        <p:nvSpPr>
          <p:cNvPr id="137" name="Google Shape;137;p7"/>
          <p:cNvSpPr txBox="1">
            <a:spLocks noGrp="1"/>
          </p:cNvSpPr>
          <p:nvPr>
            <p:ph type="title"/>
          </p:nvPr>
        </p:nvSpPr>
        <p:spPr>
          <a:xfrm>
            <a:off x="811975" y="1032900"/>
            <a:ext cx="2804400" cy="1006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8" name="Google Shape;138;p7"/>
          <p:cNvSpPr txBox="1">
            <a:spLocks noGrp="1"/>
          </p:cNvSpPr>
          <p:nvPr>
            <p:ph type="subTitle" idx="1"/>
          </p:nvPr>
        </p:nvSpPr>
        <p:spPr>
          <a:xfrm>
            <a:off x="811975" y="2039700"/>
            <a:ext cx="4294800" cy="2070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Nunito Light"/>
              <a:buChar char="●"/>
              <a:defRPr/>
            </a:lvl1pPr>
            <a:lvl2pPr lvl="1" algn="ctr" rtl="0">
              <a:lnSpc>
                <a:spcPct val="100000"/>
              </a:lnSpc>
              <a:spcBef>
                <a:spcPts val="0"/>
              </a:spcBef>
              <a:spcAft>
                <a:spcPts val="0"/>
              </a:spcAft>
              <a:buClr>
                <a:srgbClr val="E76A28"/>
              </a:buClr>
              <a:buSzPts val="1200"/>
              <a:buFont typeface="Nunito Light"/>
              <a:buChar char="○"/>
              <a:defRPr/>
            </a:lvl2pPr>
            <a:lvl3pPr lvl="2" algn="ctr" rtl="0">
              <a:lnSpc>
                <a:spcPct val="100000"/>
              </a:lnSpc>
              <a:spcBef>
                <a:spcPts val="0"/>
              </a:spcBef>
              <a:spcAft>
                <a:spcPts val="0"/>
              </a:spcAft>
              <a:buClr>
                <a:srgbClr val="E76A28"/>
              </a:buClr>
              <a:buSzPts val="1200"/>
              <a:buFont typeface="Nunito Light"/>
              <a:buChar char="■"/>
              <a:defRPr/>
            </a:lvl3pPr>
            <a:lvl4pPr lvl="3" algn="ctr" rtl="0">
              <a:lnSpc>
                <a:spcPct val="100000"/>
              </a:lnSpc>
              <a:spcBef>
                <a:spcPts val="0"/>
              </a:spcBef>
              <a:spcAft>
                <a:spcPts val="0"/>
              </a:spcAft>
              <a:buClr>
                <a:srgbClr val="E76A28"/>
              </a:buClr>
              <a:buSzPts val="1200"/>
              <a:buFont typeface="Nunito Light"/>
              <a:buChar char="●"/>
              <a:defRPr/>
            </a:lvl4pPr>
            <a:lvl5pPr lvl="4" algn="ctr" rtl="0">
              <a:lnSpc>
                <a:spcPct val="100000"/>
              </a:lnSpc>
              <a:spcBef>
                <a:spcPts val="0"/>
              </a:spcBef>
              <a:spcAft>
                <a:spcPts val="0"/>
              </a:spcAft>
              <a:buClr>
                <a:srgbClr val="E76A28"/>
              </a:buClr>
              <a:buSzPts val="1200"/>
              <a:buFont typeface="Nunito Light"/>
              <a:buChar char="○"/>
              <a:defRPr/>
            </a:lvl5pPr>
            <a:lvl6pPr lvl="5" algn="ctr" rtl="0">
              <a:lnSpc>
                <a:spcPct val="100000"/>
              </a:lnSpc>
              <a:spcBef>
                <a:spcPts val="0"/>
              </a:spcBef>
              <a:spcAft>
                <a:spcPts val="0"/>
              </a:spcAft>
              <a:buClr>
                <a:srgbClr val="999999"/>
              </a:buClr>
              <a:buSzPts val="1200"/>
              <a:buFont typeface="Nunito Light"/>
              <a:buChar char="■"/>
              <a:defRPr/>
            </a:lvl6pPr>
            <a:lvl7pPr lvl="6" algn="ctr" rtl="0">
              <a:lnSpc>
                <a:spcPct val="100000"/>
              </a:lnSpc>
              <a:spcBef>
                <a:spcPts val="0"/>
              </a:spcBef>
              <a:spcAft>
                <a:spcPts val="0"/>
              </a:spcAft>
              <a:buClr>
                <a:srgbClr val="999999"/>
              </a:buClr>
              <a:buSzPts val="1200"/>
              <a:buFont typeface="Nunito Light"/>
              <a:buChar char="●"/>
              <a:defRPr/>
            </a:lvl7pPr>
            <a:lvl8pPr lvl="7" algn="ctr" rtl="0">
              <a:lnSpc>
                <a:spcPct val="100000"/>
              </a:lnSpc>
              <a:spcBef>
                <a:spcPts val="0"/>
              </a:spcBef>
              <a:spcAft>
                <a:spcPts val="0"/>
              </a:spcAft>
              <a:buClr>
                <a:srgbClr val="999999"/>
              </a:buClr>
              <a:buSzPts val="1200"/>
              <a:buFont typeface="Nunito Light"/>
              <a:buChar char="○"/>
              <a:defRPr/>
            </a:lvl8pPr>
            <a:lvl9pPr lvl="8" algn="ctr" rtl="0">
              <a:lnSpc>
                <a:spcPct val="100000"/>
              </a:lnSpc>
              <a:spcBef>
                <a:spcPts val="0"/>
              </a:spcBef>
              <a:spcAft>
                <a:spcPts val="0"/>
              </a:spcAft>
              <a:buClr>
                <a:srgbClr val="999999"/>
              </a:buClr>
              <a:buSzPts val="1200"/>
              <a:buFont typeface="Nunito Light"/>
              <a:buChar char="■"/>
              <a:defRPr/>
            </a:lvl9pPr>
          </a:lstStyle>
          <a:p>
            <a:endParaRPr/>
          </a:p>
        </p:txBody>
      </p:sp>
      <p:sp>
        <p:nvSpPr>
          <p:cNvPr id="139" name="Google Shape;139;p7"/>
          <p:cNvSpPr>
            <a:spLocks noGrp="1"/>
          </p:cNvSpPr>
          <p:nvPr>
            <p:ph type="pic" idx="2"/>
          </p:nvPr>
        </p:nvSpPr>
        <p:spPr>
          <a:xfrm>
            <a:off x="5668975" y="1076550"/>
            <a:ext cx="2990400" cy="2990400"/>
          </a:xfrm>
          <a:prstGeom prst="roundRect">
            <a:avLst>
              <a:gd name="adj" fmla="val 16667"/>
            </a:avLst>
          </a:prstGeom>
          <a:noFill/>
          <a:ln>
            <a:noFill/>
          </a:ln>
        </p:spPr>
      </p:sp>
      <p:sp>
        <p:nvSpPr>
          <p:cNvPr id="140" name="Google Shape;140;p7"/>
          <p:cNvSpPr/>
          <p:nvPr/>
        </p:nvSpPr>
        <p:spPr>
          <a:xfrm rot="-2381697">
            <a:off x="-1265120" y="-661594"/>
            <a:ext cx="3096202" cy="2008988"/>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7"/>
          <p:cNvSpPr/>
          <p:nvPr/>
        </p:nvSpPr>
        <p:spPr>
          <a:xfrm rot="-7296874">
            <a:off x="-735040" y="4231574"/>
            <a:ext cx="2036053" cy="1508864"/>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 name="Google Shape;142;p7"/>
          <p:cNvGrpSpPr/>
          <p:nvPr/>
        </p:nvGrpSpPr>
        <p:grpSpPr>
          <a:xfrm>
            <a:off x="65066" y="4373044"/>
            <a:ext cx="878158" cy="654532"/>
            <a:chOff x="1114425" y="4361211"/>
            <a:chExt cx="573023" cy="427101"/>
          </a:xfrm>
        </p:grpSpPr>
        <p:grpSp>
          <p:nvGrpSpPr>
            <p:cNvPr id="143" name="Google Shape;143;p7"/>
            <p:cNvGrpSpPr/>
            <p:nvPr/>
          </p:nvGrpSpPr>
          <p:grpSpPr>
            <a:xfrm>
              <a:off x="1114425" y="4361211"/>
              <a:ext cx="573023" cy="427101"/>
              <a:chOff x="1114425" y="4361211"/>
              <a:chExt cx="573023" cy="427101"/>
            </a:xfrm>
          </p:grpSpPr>
          <p:sp>
            <p:nvSpPr>
              <p:cNvPr id="144" name="Google Shape;144;p7"/>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 name="Google Shape;145;p7"/>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 name="Google Shape;146;p7"/>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147" name="Google Shape;147;p7"/>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8"/>
        <p:cNvGrpSpPr/>
        <p:nvPr/>
      </p:nvGrpSpPr>
      <p:grpSpPr>
        <a:xfrm>
          <a:off x="0" y="0"/>
          <a:ext cx="0" cy="0"/>
          <a:chOff x="0" y="0"/>
          <a:chExt cx="0" cy="0"/>
        </a:xfrm>
      </p:grpSpPr>
      <p:sp>
        <p:nvSpPr>
          <p:cNvPr id="149" name="Google Shape;149;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50" name="Google Shape;150;p8"/>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4592116" flipH="1">
            <a:off x="6189" y="113200"/>
            <a:ext cx="642877" cy="51982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1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55" name="Google Shape;155;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56" name="Google Shape;156;p9"/>
          <p:cNvSpPr/>
          <p:nvPr/>
        </p:nvSpPr>
        <p:spPr>
          <a:xfrm rot="3263452">
            <a:off x="-163955"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9"/>
          <p:cNvSpPr/>
          <p:nvPr/>
        </p:nvSpPr>
        <p:spPr>
          <a:xfrm rot="-460623">
            <a:off x="-1793263"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rot="4592047">
            <a:off x="7797256" y="593203"/>
            <a:ext cx="1475158" cy="1192809"/>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720000" y="4014450"/>
            <a:ext cx="7704000" cy="572700"/>
          </a:xfrm>
          <a:prstGeom prst="rect">
            <a:avLst/>
          </a:prstGeom>
          <a:solidFill>
            <a:schemeClr val="accent2"/>
          </a:solidFill>
        </p:spPr>
        <p:txBody>
          <a:bodyPr spcFirstLastPara="1" wrap="square" lIns="91425" tIns="91425" rIns="91425" bIns="91425" anchor="t"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3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635"/>
        <p:cNvGrpSpPr/>
        <p:nvPr/>
      </p:nvGrpSpPr>
      <p:grpSpPr>
        <a:xfrm>
          <a:off x="0" y="0"/>
          <a:ext cx="0" cy="0"/>
          <a:chOff x="0" y="0"/>
          <a:chExt cx="0" cy="0"/>
        </a:xfrm>
      </p:grpSpPr>
      <p:sp>
        <p:nvSpPr>
          <p:cNvPr id="636" name="Google Shape;636;p21"/>
          <p:cNvSpPr/>
          <p:nvPr/>
        </p:nvSpPr>
        <p:spPr>
          <a:xfrm rot="-1900174" flipH="1">
            <a:off x="-500059" y="-436065"/>
            <a:ext cx="1729608" cy="1398556"/>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1"/>
          <p:cNvSpPr/>
          <p:nvPr/>
        </p:nvSpPr>
        <p:spPr>
          <a:xfrm rot="-3263452" flipH="1">
            <a:off x="5847147" y="3927927"/>
            <a:ext cx="2997856" cy="2576292"/>
          </a:xfrm>
          <a:custGeom>
            <a:avLst/>
            <a:gdLst/>
            <a:ahLst/>
            <a:cxnLst/>
            <a:rect l="l" t="t" r="r" b="b"/>
            <a:pathLst>
              <a:path w="38869" h="30330" extrusionOk="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1"/>
          <p:cNvSpPr/>
          <p:nvPr/>
        </p:nvSpPr>
        <p:spPr>
          <a:xfrm rot="460623" flipH="1">
            <a:off x="6387251" y="-1517085"/>
            <a:ext cx="4087061" cy="330470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1"/>
          <p:cNvSpPr/>
          <p:nvPr/>
        </p:nvSpPr>
        <p:spPr>
          <a:xfrm rot="531593" flipH="1">
            <a:off x="-1222788" y="3829381"/>
            <a:ext cx="2902962" cy="2347327"/>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0" name="Google Shape;640;p21"/>
          <p:cNvGrpSpPr/>
          <p:nvPr/>
        </p:nvGrpSpPr>
        <p:grpSpPr>
          <a:xfrm>
            <a:off x="7931872" y="177093"/>
            <a:ext cx="997823" cy="737095"/>
            <a:chOff x="7931872" y="177093"/>
            <a:chExt cx="997823" cy="737095"/>
          </a:xfrm>
        </p:grpSpPr>
        <p:grpSp>
          <p:nvGrpSpPr>
            <p:cNvPr id="641" name="Google Shape;641;p21"/>
            <p:cNvGrpSpPr/>
            <p:nvPr/>
          </p:nvGrpSpPr>
          <p:grpSpPr>
            <a:xfrm>
              <a:off x="7931872" y="177093"/>
              <a:ext cx="919725" cy="318025"/>
              <a:chOff x="7230903" y="4635722"/>
              <a:chExt cx="652843" cy="225742"/>
            </a:xfrm>
          </p:grpSpPr>
          <p:sp>
            <p:nvSpPr>
              <p:cNvPr id="642" name="Google Shape;642;p21"/>
              <p:cNvSpPr/>
              <p:nvPr/>
            </p:nvSpPr>
            <p:spPr>
              <a:xfrm>
                <a:off x="7230903" y="4635722"/>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3" name="Google Shape;643;p21"/>
              <p:cNvSpPr/>
              <p:nvPr/>
            </p:nvSpPr>
            <p:spPr>
              <a:xfrm>
                <a:off x="7287577" y="4672107"/>
                <a:ext cx="151161" cy="151161"/>
              </a:xfrm>
              <a:custGeom>
                <a:avLst/>
                <a:gdLst/>
                <a:ahLst/>
                <a:cxnLst/>
                <a:rect l="l" t="t" r="r" b="b"/>
                <a:pathLst>
                  <a:path w="151161" h="151161" extrusionOk="0">
                    <a:moveTo>
                      <a:pt x="0" y="0"/>
                    </a:moveTo>
                    <a:lnTo>
                      <a:pt x="151161" y="0"/>
                    </a:lnTo>
                    <a:lnTo>
                      <a:pt x="151161" y="151162"/>
                    </a:lnTo>
                    <a:lnTo>
                      <a:pt x="0" y="151162"/>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44" name="Google Shape;644;p21"/>
              <p:cNvGrpSpPr/>
              <p:nvPr/>
            </p:nvGrpSpPr>
            <p:grpSpPr>
              <a:xfrm>
                <a:off x="7487126" y="4676394"/>
                <a:ext cx="332041" cy="142684"/>
                <a:chOff x="7487126" y="4676394"/>
                <a:chExt cx="332041" cy="142684"/>
              </a:xfrm>
            </p:grpSpPr>
            <p:sp>
              <p:nvSpPr>
                <p:cNvPr id="645" name="Google Shape;645;p21"/>
                <p:cNvSpPr/>
                <p:nvPr/>
              </p:nvSpPr>
              <p:spPr>
                <a:xfrm>
                  <a:off x="7487126" y="4676394"/>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6" name="Google Shape;646;p21"/>
                <p:cNvSpPr/>
                <p:nvPr/>
              </p:nvSpPr>
              <p:spPr>
                <a:xfrm>
                  <a:off x="7487126" y="4717161"/>
                  <a:ext cx="290322" cy="20383"/>
                </a:xfrm>
                <a:custGeom>
                  <a:avLst/>
                  <a:gdLst/>
                  <a:ahLst/>
                  <a:cxnLst/>
                  <a:rect l="l" t="t" r="r" b="b"/>
                  <a:pathLst>
                    <a:path w="290322" h="20383" extrusionOk="0">
                      <a:moveTo>
                        <a:pt x="0" y="0"/>
                      </a:moveTo>
                      <a:lnTo>
                        <a:pt x="290322" y="0"/>
                      </a:lnTo>
                      <a:lnTo>
                        <a:pt x="29032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7" name="Google Shape;647;p21"/>
                <p:cNvSpPr/>
                <p:nvPr/>
              </p:nvSpPr>
              <p:spPr>
                <a:xfrm>
                  <a:off x="7487126" y="4757928"/>
                  <a:ext cx="303942" cy="20383"/>
                </a:xfrm>
                <a:custGeom>
                  <a:avLst/>
                  <a:gdLst/>
                  <a:ahLst/>
                  <a:cxnLst/>
                  <a:rect l="l" t="t" r="r" b="b"/>
                  <a:pathLst>
                    <a:path w="303942" h="20383" extrusionOk="0">
                      <a:moveTo>
                        <a:pt x="0" y="0"/>
                      </a:moveTo>
                      <a:lnTo>
                        <a:pt x="303942" y="0"/>
                      </a:lnTo>
                      <a:lnTo>
                        <a:pt x="303942"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48" name="Google Shape;648;p21"/>
                <p:cNvSpPr/>
                <p:nvPr/>
              </p:nvSpPr>
              <p:spPr>
                <a:xfrm>
                  <a:off x="7487126" y="4798695"/>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49" name="Google Shape;649;p21"/>
            <p:cNvGrpSpPr/>
            <p:nvPr/>
          </p:nvGrpSpPr>
          <p:grpSpPr>
            <a:xfrm>
              <a:off x="7931872" y="596163"/>
              <a:ext cx="919725" cy="318025"/>
              <a:chOff x="7230903" y="4933188"/>
              <a:chExt cx="652843" cy="225742"/>
            </a:xfrm>
          </p:grpSpPr>
          <p:grpSp>
            <p:nvGrpSpPr>
              <p:cNvPr id="650" name="Google Shape;650;p21"/>
              <p:cNvGrpSpPr/>
              <p:nvPr/>
            </p:nvGrpSpPr>
            <p:grpSpPr>
              <a:xfrm>
                <a:off x="7230903" y="4933188"/>
                <a:ext cx="652843" cy="225742"/>
                <a:chOff x="7230903" y="4933188"/>
                <a:chExt cx="652843" cy="225742"/>
              </a:xfrm>
            </p:grpSpPr>
            <p:sp>
              <p:nvSpPr>
                <p:cNvPr id="651" name="Google Shape;651;p21"/>
                <p:cNvSpPr/>
                <p:nvPr/>
              </p:nvSpPr>
              <p:spPr>
                <a:xfrm>
                  <a:off x="7230903" y="4933188"/>
                  <a:ext cx="652843" cy="225742"/>
                </a:xfrm>
                <a:custGeom>
                  <a:avLst/>
                  <a:gdLst/>
                  <a:ahLst/>
                  <a:cxnLst/>
                  <a:rect l="l" t="t" r="r" b="b"/>
                  <a:pathLst>
                    <a:path w="652843" h="225742" extrusionOk="0">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2" name="Google Shape;652;p21"/>
                <p:cNvSpPr/>
                <p:nvPr/>
              </p:nvSpPr>
              <p:spPr>
                <a:xfrm>
                  <a:off x="7287577" y="4969668"/>
                  <a:ext cx="151161" cy="151161"/>
                </a:xfrm>
                <a:custGeom>
                  <a:avLst/>
                  <a:gdLst/>
                  <a:ahLst/>
                  <a:cxnLst/>
                  <a:rect l="l" t="t" r="r" b="b"/>
                  <a:pathLst>
                    <a:path w="151161" h="151161" extrusionOk="0">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53" name="Google Shape;653;p21"/>
                <p:cNvGrpSpPr/>
                <p:nvPr/>
              </p:nvGrpSpPr>
              <p:grpSpPr>
                <a:xfrm>
                  <a:off x="7487126" y="4973859"/>
                  <a:ext cx="332041" cy="142684"/>
                  <a:chOff x="7487126" y="4973859"/>
                  <a:chExt cx="332041" cy="142684"/>
                </a:xfrm>
              </p:grpSpPr>
              <p:sp>
                <p:nvSpPr>
                  <p:cNvPr id="654" name="Google Shape;654;p21"/>
                  <p:cNvSpPr/>
                  <p:nvPr/>
                </p:nvSpPr>
                <p:spPr>
                  <a:xfrm>
                    <a:off x="7506747" y="4973859"/>
                    <a:ext cx="280034" cy="20383"/>
                  </a:xfrm>
                  <a:custGeom>
                    <a:avLst/>
                    <a:gdLst/>
                    <a:ahLst/>
                    <a:cxnLst/>
                    <a:rect l="l" t="t" r="r" b="b"/>
                    <a:pathLst>
                      <a:path w="280034" h="20383" extrusionOk="0">
                        <a:moveTo>
                          <a:pt x="0" y="0"/>
                        </a:moveTo>
                        <a:lnTo>
                          <a:pt x="280035" y="0"/>
                        </a:lnTo>
                        <a:lnTo>
                          <a:pt x="28003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5" name="Google Shape;655;p21"/>
                  <p:cNvSpPr/>
                  <p:nvPr/>
                </p:nvSpPr>
                <p:spPr>
                  <a:xfrm>
                    <a:off x="7487126" y="5014626"/>
                    <a:ext cx="205073" cy="20383"/>
                  </a:xfrm>
                  <a:custGeom>
                    <a:avLst/>
                    <a:gdLst/>
                    <a:ahLst/>
                    <a:cxnLst/>
                    <a:rect l="l" t="t" r="r" b="b"/>
                    <a:pathLst>
                      <a:path w="205073" h="20383" extrusionOk="0">
                        <a:moveTo>
                          <a:pt x="0" y="0"/>
                        </a:moveTo>
                        <a:lnTo>
                          <a:pt x="205073" y="0"/>
                        </a:lnTo>
                        <a:lnTo>
                          <a:pt x="205073"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6" name="Google Shape;656;p21"/>
                  <p:cNvSpPr/>
                  <p:nvPr/>
                </p:nvSpPr>
                <p:spPr>
                  <a:xfrm>
                    <a:off x="7487126" y="5055393"/>
                    <a:ext cx="332041" cy="20383"/>
                  </a:xfrm>
                  <a:custGeom>
                    <a:avLst/>
                    <a:gdLst/>
                    <a:ahLst/>
                    <a:cxnLst/>
                    <a:rect l="l" t="t" r="r" b="b"/>
                    <a:pathLst>
                      <a:path w="332041" h="20383" extrusionOk="0">
                        <a:moveTo>
                          <a:pt x="0" y="0"/>
                        </a:moveTo>
                        <a:lnTo>
                          <a:pt x="332041" y="0"/>
                        </a:lnTo>
                        <a:lnTo>
                          <a:pt x="332041"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7" name="Google Shape;657;p21"/>
                  <p:cNvSpPr/>
                  <p:nvPr/>
                </p:nvSpPr>
                <p:spPr>
                  <a:xfrm>
                    <a:off x="7487126" y="5096160"/>
                    <a:ext cx="171545" cy="20383"/>
                  </a:xfrm>
                  <a:custGeom>
                    <a:avLst/>
                    <a:gdLst/>
                    <a:ahLst/>
                    <a:cxnLst/>
                    <a:rect l="l" t="t" r="r" b="b"/>
                    <a:pathLst>
                      <a:path w="171545" h="20383" extrusionOk="0">
                        <a:moveTo>
                          <a:pt x="0" y="0"/>
                        </a:moveTo>
                        <a:lnTo>
                          <a:pt x="171545" y="0"/>
                        </a:lnTo>
                        <a:lnTo>
                          <a:pt x="171545" y="20384"/>
                        </a:lnTo>
                        <a:lnTo>
                          <a:pt x="0" y="20384"/>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
            <p:nvSpPr>
              <p:cNvPr id="658" name="Google Shape;658;p21"/>
              <p:cNvSpPr/>
              <p:nvPr/>
            </p:nvSpPr>
            <p:spPr>
              <a:xfrm>
                <a:off x="7338250" y="5011639"/>
                <a:ext cx="50734" cy="60632"/>
              </a:xfrm>
              <a:custGeom>
                <a:avLst/>
                <a:gdLst/>
                <a:ahLst/>
                <a:cxnLst/>
                <a:rect l="l" t="t" r="r" b="b"/>
                <a:pathLst>
                  <a:path w="50734" h="60632" extrusionOk="0">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59" name="Google Shape;659;p21"/>
            <p:cNvGrpSpPr/>
            <p:nvPr/>
          </p:nvGrpSpPr>
          <p:grpSpPr>
            <a:xfrm>
              <a:off x="8756326" y="539537"/>
              <a:ext cx="173370" cy="112691"/>
              <a:chOff x="7816120" y="4892994"/>
              <a:chExt cx="123062" cy="79991"/>
            </a:xfrm>
          </p:grpSpPr>
          <p:grpSp>
            <p:nvGrpSpPr>
              <p:cNvPr id="660" name="Google Shape;660;p21"/>
              <p:cNvGrpSpPr/>
              <p:nvPr/>
            </p:nvGrpSpPr>
            <p:grpSpPr>
              <a:xfrm>
                <a:off x="7816120" y="4902803"/>
                <a:ext cx="123062" cy="63817"/>
                <a:chOff x="7816120" y="4902803"/>
                <a:chExt cx="123062" cy="63817"/>
              </a:xfrm>
            </p:grpSpPr>
            <p:sp>
              <p:nvSpPr>
                <p:cNvPr id="661" name="Google Shape;661;p21"/>
                <p:cNvSpPr/>
                <p:nvPr/>
              </p:nvSpPr>
              <p:spPr>
                <a:xfrm>
                  <a:off x="7816120" y="4902803"/>
                  <a:ext cx="123062" cy="63817"/>
                </a:xfrm>
                <a:custGeom>
                  <a:avLst/>
                  <a:gdLst/>
                  <a:ahLst/>
                  <a:cxnLst/>
                  <a:rect l="l" t="t" r="r" b="b"/>
                  <a:pathLst>
                    <a:path w="123062" h="63817" extrusionOk="0">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2" name="Google Shape;662;p21"/>
                <p:cNvSpPr/>
                <p:nvPr/>
              </p:nvSpPr>
              <p:spPr>
                <a:xfrm>
                  <a:off x="7858029" y="4915090"/>
                  <a:ext cx="39242" cy="39243"/>
                </a:xfrm>
                <a:custGeom>
                  <a:avLst/>
                  <a:gdLst/>
                  <a:ahLst/>
                  <a:cxnLst/>
                  <a:rect l="l" t="t" r="r" b="b"/>
                  <a:pathLst>
                    <a:path w="39242" h="39243" extrusionOk="0">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63" name="Google Shape;663;p21"/>
              <p:cNvSpPr/>
              <p:nvPr/>
            </p:nvSpPr>
            <p:spPr>
              <a:xfrm rot="-2700000">
                <a:off x="7825456" y="4928129"/>
                <a:ext cx="103403" cy="9720"/>
              </a:xfrm>
              <a:custGeom>
                <a:avLst/>
                <a:gdLst/>
                <a:ahLst/>
                <a:cxnLst/>
                <a:rect l="l" t="t" r="r" b="b"/>
                <a:pathLst>
                  <a:path w="103346" h="9715" extrusionOk="0">
                    <a:moveTo>
                      <a:pt x="0" y="0"/>
                    </a:moveTo>
                    <a:lnTo>
                      <a:pt x="103346" y="0"/>
                    </a:lnTo>
                    <a:lnTo>
                      <a:pt x="103346" y="9716"/>
                    </a:lnTo>
                    <a:lnTo>
                      <a:pt x="0" y="9716"/>
                    </a:ln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664"/>
        <p:cNvGrpSpPr/>
        <p:nvPr/>
      </p:nvGrpSpPr>
      <p:grpSpPr>
        <a:xfrm>
          <a:off x="0" y="0"/>
          <a:ext cx="0" cy="0"/>
          <a:chOff x="0" y="0"/>
          <a:chExt cx="0" cy="0"/>
        </a:xfrm>
      </p:grpSpPr>
      <p:sp>
        <p:nvSpPr>
          <p:cNvPr id="665" name="Google Shape;665;p22"/>
          <p:cNvSpPr/>
          <p:nvPr/>
        </p:nvSpPr>
        <p:spPr>
          <a:xfrm rot="8819869" flipH="1">
            <a:off x="7035528" y="3933627"/>
            <a:ext cx="3158468" cy="2509642"/>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2"/>
          <p:cNvSpPr/>
          <p:nvPr/>
        </p:nvSpPr>
        <p:spPr>
          <a:xfrm rot="-3657034" flipH="1">
            <a:off x="-1336268" y="-858934"/>
            <a:ext cx="2746020" cy="1921695"/>
          </a:xfrm>
          <a:custGeom>
            <a:avLst/>
            <a:gdLst/>
            <a:ahLst/>
            <a:cxnLst/>
            <a:rect l="l" t="t" r="r" b="b"/>
            <a:pathLst>
              <a:path w="39315" h="31790" extrusionOk="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7" name="Google Shape;667;p22"/>
          <p:cNvGrpSpPr/>
          <p:nvPr/>
        </p:nvGrpSpPr>
        <p:grpSpPr>
          <a:xfrm>
            <a:off x="65066" y="4373044"/>
            <a:ext cx="878158" cy="654532"/>
            <a:chOff x="1114425" y="4361211"/>
            <a:chExt cx="573023" cy="427101"/>
          </a:xfrm>
        </p:grpSpPr>
        <p:grpSp>
          <p:nvGrpSpPr>
            <p:cNvPr id="668" name="Google Shape;668;p22"/>
            <p:cNvGrpSpPr/>
            <p:nvPr/>
          </p:nvGrpSpPr>
          <p:grpSpPr>
            <a:xfrm>
              <a:off x="1114425" y="4361211"/>
              <a:ext cx="573023" cy="427101"/>
              <a:chOff x="1114425" y="4361211"/>
              <a:chExt cx="573023" cy="427101"/>
            </a:xfrm>
          </p:grpSpPr>
          <p:sp>
            <p:nvSpPr>
              <p:cNvPr id="669" name="Google Shape;669;p22"/>
              <p:cNvSpPr/>
              <p:nvPr/>
            </p:nvSpPr>
            <p:spPr>
              <a:xfrm>
                <a:off x="1241964" y="4361211"/>
                <a:ext cx="445484" cy="299466"/>
              </a:xfrm>
              <a:custGeom>
                <a:avLst/>
                <a:gdLst/>
                <a:ahLst/>
                <a:cxnLst/>
                <a:rect l="l" t="t" r="r" b="b"/>
                <a:pathLst>
                  <a:path w="445484" h="299466" extrusionOk="0">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0" name="Google Shape;670;p22"/>
              <p:cNvSpPr/>
              <p:nvPr/>
            </p:nvSpPr>
            <p:spPr>
              <a:xfrm>
                <a:off x="1178242" y="4425029"/>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1" name="Google Shape;671;p22"/>
              <p:cNvSpPr/>
              <p:nvPr/>
            </p:nvSpPr>
            <p:spPr>
              <a:xfrm>
                <a:off x="1114425" y="4488846"/>
                <a:ext cx="445484" cy="299466"/>
              </a:xfrm>
              <a:custGeom>
                <a:avLst/>
                <a:gdLst/>
                <a:ahLst/>
                <a:cxnLst/>
                <a:rect l="l" t="t" r="r" b="b"/>
                <a:pathLst>
                  <a:path w="445484" h="299466" extrusionOk="0">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672" name="Google Shape;672;p22"/>
            <p:cNvSpPr/>
            <p:nvPr/>
          </p:nvSpPr>
          <p:spPr>
            <a:xfrm>
              <a:off x="1303210" y="4628965"/>
              <a:ext cx="68735" cy="82063"/>
            </a:xfrm>
            <a:custGeom>
              <a:avLst/>
              <a:gdLst/>
              <a:ahLst/>
              <a:cxnLst/>
              <a:rect l="l" t="t" r="r" b="b"/>
              <a:pathLst>
                <a:path w="68735" h="82063" extrusionOk="0">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73" name="Google Shape;673;p22"/>
          <p:cNvGrpSpPr/>
          <p:nvPr/>
        </p:nvGrpSpPr>
        <p:grpSpPr>
          <a:xfrm>
            <a:off x="8114970" y="266839"/>
            <a:ext cx="829992" cy="750888"/>
            <a:chOff x="8114596" y="445039"/>
            <a:chExt cx="633002" cy="572716"/>
          </a:xfrm>
        </p:grpSpPr>
        <p:grpSp>
          <p:nvGrpSpPr>
            <p:cNvPr id="674" name="Google Shape;674;p22"/>
            <p:cNvGrpSpPr/>
            <p:nvPr/>
          </p:nvGrpSpPr>
          <p:grpSpPr>
            <a:xfrm>
              <a:off x="8114596" y="445039"/>
              <a:ext cx="633002" cy="572716"/>
              <a:chOff x="7189660" y="520827"/>
              <a:chExt cx="598074" cy="541115"/>
            </a:xfrm>
          </p:grpSpPr>
          <p:sp>
            <p:nvSpPr>
              <p:cNvPr id="675" name="Google Shape;675;p22"/>
              <p:cNvSpPr/>
              <p:nvPr/>
            </p:nvSpPr>
            <p:spPr>
              <a:xfrm>
                <a:off x="7189660" y="520827"/>
                <a:ext cx="598074" cy="541115"/>
              </a:xfrm>
              <a:custGeom>
                <a:avLst/>
                <a:gdLst/>
                <a:ahLst/>
                <a:cxnLst/>
                <a:rect l="l" t="t" r="r" b="b"/>
                <a:pathLst>
                  <a:path w="598074" h="541115" extrusionOk="0">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76" name="Google Shape;676;p22"/>
              <p:cNvGrpSpPr/>
              <p:nvPr/>
            </p:nvGrpSpPr>
            <p:grpSpPr>
              <a:xfrm>
                <a:off x="7579137" y="551973"/>
                <a:ext cx="164782" cy="41529"/>
                <a:chOff x="7579137" y="551973"/>
                <a:chExt cx="164782" cy="41529"/>
              </a:xfrm>
            </p:grpSpPr>
            <p:sp>
              <p:nvSpPr>
                <p:cNvPr id="677" name="Google Shape;677;p22"/>
                <p:cNvSpPr/>
                <p:nvPr/>
              </p:nvSpPr>
              <p:spPr>
                <a:xfrm>
                  <a:off x="7702391"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8" name="Google Shape;678;p22"/>
                <p:cNvSpPr/>
                <p:nvPr/>
              </p:nvSpPr>
              <p:spPr>
                <a:xfrm>
                  <a:off x="7640764"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79" name="Google Shape;679;p22"/>
                <p:cNvSpPr/>
                <p:nvPr/>
              </p:nvSpPr>
              <p:spPr>
                <a:xfrm>
                  <a:off x="7579137" y="551973"/>
                  <a:ext cx="41528" cy="41529"/>
                </a:xfrm>
                <a:custGeom>
                  <a:avLst/>
                  <a:gdLst/>
                  <a:ahLst/>
                  <a:cxnLst/>
                  <a:rect l="l" t="t" r="r" b="b"/>
                  <a:pathLst>
                    <a:path w="41528" h="41529" extrusionOk="0">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nvGrpSpPr>
            <p:cNvPr id="680" name="Google Shape;680;p22"/>
            <p:cNvGrpSpPr/>
            <p:nvPr/>
          </p:nvGrpSpPr>
          <p:grpSpPr>
            <a:xfrm>
              <a:off x="8184962" y="619646"/>
              <a:ext cx="498115" cy="257273"/>
              <a:chOff x="7256144" y="685800"/>
              <a:chExt cx="470630" cy="243077"/>
            </a:xfrm>
          </p:grpSpPr>
          <p:sp>
            <p:nvSpPr>
              <p:cNvPr id="681" name="Google Shape;681;p22"/>
              <p:cNvSpPr/>
              <p:nvPr/>
            </p:nvSpPr>
            <p:spPr>
              <a:xfrm>
                <a:off x="7256144" y="694753"/>
                <a:ext cx="218503" cy="218217"/>
              </a:xfrm>
              <a:custGeom>
                <a:avLst/>
                <a:gdLst/>
                <a:ahLst/>
                <a:cxnLst/>
                <a:rect l="l" t="t" r="r" b="b"/>
                <a:pathLst>
                  <a:path w="218503" h="218217" extrusionOk="0">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682" name="Google Shape;682;p22"/>
              <p:cNvGrpSpPr/>
              <p:nvPr/>
            </p:nvGrpSpPr>
            <p:grpSpPr>
              <a:xfrm>
                <a:off x="7512843" y="685800"/>
                <a:ext cx="213931" cy="243077"/>
                <a:chOff x="7512843" y="685800"/>
                <a:chExt cx="213931" cy="243077"/>
              </a:xfrm>
            </p:grpSpPr>
            <p:grpSp>
              <p:nvGrpSpPr>
                <p:cNvPr id="683" name="Google Shape;683;p22"/>
                <p:cNvGrpSpPr/>
                <p:nvPr/>
              </p:nvGrpSpPr>
              <p:grpSpPr>
                <a:xfrm>
                  <a:off x="7512843" y="836580"/>
                  <a:ext cx="213931" cy="92297"/>
                  <a:chOff x="7512843" y="836580"/>
                  <a:chExt cx="213931" cy="92297"/>
                </a:xfrm>
              </p:grpSpPr>
              <p:sp>
                <p:nvSpPr>
                  <p:cNvPr id="684" name="Google Shape;684;p22"/>
                  <p:cNvSpPr/>
                  <p:nvPr/>
                </p:nvSpPr>
                <p:spPr>
                  <a:xfrm>
                    <a:off x="7512843" y="856011"/>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5" name="Google Shape;685;p22"/>
                  <p:cNvSpPr/>
                  <p:nvPr/>
                </p:nvSpPr>
                <p:spPr>
                  <a:xfrm>
                    <a:off x="7512843" y="83658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6" name="Google Shape;686;p22"/>
                <p:cNvGrpSpPr/>
                <p:nvPr/>
              </p:nvGrpSpPr>
              <p:grpSpPr>
                <a:xfrm>
                  <a:off x="7512843" y="761238"/>
                  <a:ext cx="213931" cy="92296"/>
                  <a:chOff x="7512843" y="761238"/>
                  <a:chExt cx="213931" cy="92296"/>
                </a:xfrm>
              </p:grpSpPr>
              <p:sp>
                <p:nvSpPr>
                  <p:cNvPr id="687" name="Google Shape;687;p22"/>
                  <p:cNvSpPr/>
                  <p:nvPr/>
                </p:nvSpPr>
                <p:spPr>
                  <a:xfrm>
                    <a:off x="7512843" y="780668"/>
                    <a:ext cx="213931" cy="72866"/>
                  </a:xfrm>
                  <a:custGeom>
                    <a:avLst/>
                    <a:gdLst/>
                    <a:ahLst/>
                    <a:cxnLst/>
                    <a:rect l="l" t="t" r="r" b="b"/>
                    <a:pathLst>
                      <a:path w="213931" h="72866" extrusionOk="0">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88" name="Google Shape;688;p22"/>
                  <p:cNvSpPr/>
                  <p:nvPr/>
                </p:nvSpPr>
                <p:spPr>
                  <a:xfrm>
                    <a:off x="7512843" y="761238"/>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689" name="Google Shape;689;p22"/>
                <p:cNvGrpSpPr/>
                <p:nvPr/>
              </p:nvGrpSpPr>
              <p:grpSpPr>
                <a:xfrm>
                  <a:off x="7512843" y="685800"/>
                  <a:ext cx="213931" cy="92297"/>
                  <a:chOff x="7512843" y="685800"/>
                  <a:chExt cx="213931" cy="92297"/>
                </a:xfrm>
              </p:grpSpPr>
              <p:sp>
                <p:nvSpPr>
                  <p:cNvPr id="690" name="Google Shape;690;p22"/>
                  <p:cNvSpPr/>
                  <p:nvPr/>
                </p:nvSpPr>
                <p:spPr>
                  <a:xfrm>
                    <a:off x="7512843" y="705231"/>
                    <a:ext cx="213931" cy="72866"/>
                  </a:xfrm>
                  <a:custGeom>
                    <a:avLst/>
                    <a:gdLst/>
                    <a:ahLst/>
                    <a:cxnLst/>
                    <a:rect l="l" t="t" r="r" b="b"/>
                    <a:pathLst>
                      <a:path w="213931" h="72866" extrusionOk="0">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91" name="Google Shape;691;p22"/>
                  <p:cNvSpPr/>
                  <p:nvPr/>
                </p:nvSpPr>
                <p:spPr>
                  <a:xfrm>
                    <a:off x="7512843" y="685800"/>
                    <a:ext cx="213931" cy="38861"/>
                  </a:xfrm>
                  <a:custGeom>
                    <a:avLst/>
                    <a:gdLst/>
                    <a:ahLst/>
                    <a:cxnLst/>
                    <a:rect l="l" t="t" r="r" b="b"/>
                    <a:pathLst>
                      <a:path w="213931" h="38861" extrusionOk="0">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1pPr>
            <a:lvl2pPr lvl="1"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2pPr>
            <a:lvl3pPr lvl="2"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3pPr>
            <a:lvl4pPr lvl="3"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4pPr>
            <a:lvl5pPr lvl="4"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5pPr>
            <a:lvl6pPr lvl="5"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6pPr>
            <a:lvl7pPr lvl="6"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7pPr>
            <a:lvl8pPr lvl="7"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8pPr>
            <a:lvl9pPr lvl="8" rtl="0">
              <a:spcBef>
                <a:spcPts val="0"/>
              </a:spcBef>
              <a:spcAft>
                <a:spcPts val="0"/>
              </a:spcAft>
              <a:buClr>
                <a:schemeClr val="dk1"/>
              </a:buClr>
              <a:buSzPts val="3000"/>
              <a:buFont typeface="Epilogue"/>
              <a:buNone/>
              <a:defRPr sz="3000" b="1">
                <a:solidFill>
                  <a:schemeClr val="dk1"/>
                </a:solidFill>
                <a:latin typeface="Epilogue"/>
                <a:ea typeface="Epilogue"/>
                <a:cs typeface="Epilogue"/>
                <a:sym typeface="Epilog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1pPr>
            <a:lvl2pPr marL="914400" lvl="1"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2pPr>
            <a:lvl3pPr marL="1371600" lvl="2"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3pPr>
            <a:lvl4pPr marL="1828800" lvl="3"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4pPr>
            <a:lvl5pPr marL="2286000" lvl="4"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5pPr>
            <a:lvl6pPr marL="2743200" lvl="5"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6pPr>
            <a:lvl7pPr marL="3200400" lvl="6"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7pPr>
            <a:lvl8pPr marL="3657600" lvl="7"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8pPr>
            <a:lvl9pPr marL="4114800" lvl="8" indent="-304800">
              <a:lnSpc>
                <a:spcPct val="100000"/>
              </a:lnSpc>
              <a:spcBef>
                <a:spcPts val="0"/>
              </a:spcBef>
              <a:spcAft>
                <a:spcPts val="0"/>
              </a:spcAft>
              <a:buClr>
                <a:schemeClr val="dk1"/>
              </a:buClr>
              <a:buSzPts val="1200"/>
              <a:buFont typeface="Lato"/>
              <a:buChar char="■"/>
              <a:defRPr sz="1200">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3" r:id="rId3"/>
    <p:sldLayoutId id="2147483654" r:id="rId4"/>
    <p:sldLayoutId id="2147483655" r:id="rId5"/>
    <p:sldLayoutId id="2147483656" r:id="rId6"/>
    <p:sldLayoutId id="2147483658" r:id="rId7"/>
    <p:sldLayoutId id="2147483667" r:id="rId8"/>
    <p:sldLayoutId id="2147483668"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sp>
        <p:nvSpPr>
          <p:cNvPr id="702" name="Google Shape;702;p26"/>
          <p:cNvSpPr/>
          <p:nvPr/>
        </p:nvSpPr>
        <p:spPr>
          <a:xfrm rot="1053742">
            <a:off x="4881111" y="250037"/>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26"/>
          <p:cNvSpPr txBox="1">
            <a:spLocks noGrp="1"/>
          </p:cNvSpPr>
          <p:nvPr>
            <p:ph type="ctrTitle"/>
          </p:nvPr>
        </p:nvSpPr>
        <p:spPr>
          <a:xfrm>
            <a:off x="769151" y="562219"/>
            <a:ext cx="4178820" cy="2353274"/>
          </a:xfrm>
          <a:prstGeom prst="rect">
            <a:avLst/>
          </a:prstGeom>
        </p:spPr>
        <p:txBody>
          <a:bodyPr spcFirstLastPara="1" wrap="square" lIns="91425" tIns="91425" rIns="91425" bIns="91425" anchor="b" anchorCtr="0">
            <a:noAutofit/>
          </a:bodyPr>
          <a:lstStyle/>
          <a:p>
            <a:r>
              <a:rPr lang="en-IN" sz="3200" err="1"/>
              <a:t>InsurAI</a:t>
            </a:r>
            <a:r>
              <a:rPr lang="en-IN" sz="3200"/>
              <a:t>: Corporate Policy Automation &amp; Intelligence System</a:t>
            </a:r>
            <a:br>
              <a:rPr lang="en" sz="4000"/>
            </a:br>
            <a:r>
              <a:rPr lang="en-US" sz="1400" b="0">
                <a:solidFill>
                  <a:schemeClr val="tx1"/>
                </a:solidFill>
                <a:latin typeface="__Inter_d65c78"/>
              </a:rPr>
              <a:t>Infosys Springboard Virtual Internship 6.0</a:t>
            </a:r>
            <a:endParaRPr lang="en" sz="4000">
              <a:solidFill>
                <a:schemeClr val="tx1"/>
              </a:solidFill>
            </a:endParaRPr>
          </a:p>
        </p:txBody>
      </p:sp>
      <p:sp>
        <p:nvSpPr>
          <p:cNvPr id="704" name="Google Shape;704;p26"/>
          <p:cNvSpPr txBox="1">
            <a:spLocks noGrp="1"/>
          </p:cNvSpPr>
          <p:nvPr>
            <p:ph type="subTitle" idx="1"/>
          </p:nvPr>
        </p:nvSpPr>
        <p:spPr>
          <a:xfrm>
            <a:off x="531565" y="3330781"/>
            <a:ext cx="2777323" cy="1690670"/>
          </a:xfrm>
          <a:prstGeom prst="rect">
            <a:avLst/>
          </a:prstGeom>
        </p:spPr>
        <p:txBody>
          <a:bodyPr spcFirstLastPara="1" wrap="square" lIns="91425" tIns="91425" rIns="91425" bIns="91425" anchor="t" anchorCtr="0">
            <a:noAutofit/>
          </a:bodyPr>
          <a:lstStyle/>
          <a:p>
            <a:pPr marL="0" indent="0"/>
            <a:r>
              <a:rPr lang="en" b="1"/>
              <a:t>Presented by:</a:t>
            </a:r>
          </a:p>
          <a:p>
            <a:pPr marL="0" indent="0"/>
            <a:r>
              <a:rPr lang="en" sz="1400"/>
              <a:t>Sangoji Pranav</a:t>
            </a:r>
          </a:p>
          <a:p>
            <a:pPr marL="0" indent="0"/>
            <a:r>
              <a:rPr lang="en-IN" sz="1400"/>
              <a:t>Rakesh Kummari</a:t>
            </a:r>
          </a:p>
          <a:p>
            <a:pPr marL="0" indent="0"/>
            <a:r>
              <a:rPr lang="en-IN" sz="1400" dirty="0"/>
              <a:t>Mithunraj M</a:t>
            </a:r>
          </a:p>
          <a:p>
            <a:pPr marL="0" indent="0"/>
            <a:r>
              <a:rPr lang="en-IN" sz="1400"/>
              <a:t>M. Harshini Priya</a:t>
            </a:r>
            <a:endParaRPr lang="en-IN" sz="1400" dirty="0"/>
          </a:p>
        </p:txBody>
      </p:sp>
      <p:grpSp>
        <p:nvGrpSpPr>
          <p:cNvPr id="714" name="Google Shape;714;p26"/>
          <p:cNvGrpSpPr/>
          <p:nvPr/>
        </p:nvGrpSpPr>
        <p:grpSpPr>
          <a:xfrm>
            <a:off x="6285440" y="656304"/>
            <a:ext cx="1654423" cy="835905"/>
            <a:chOff x="5905690" y="2867310"/>
            <a:chExt cx="1504568" cy="760190"/>
          </a:xfrm>
        </p:grpSpPr>
        <p:sp>
          <p:nvSpPr>
            <p:cNvPr id="715" name="Google Shape;715;p26"/>
            <p:cNvSpPr/>
            <p:nvPr/>
          </p:nvSpPr>
          <p:spPr>
            <a:xfrm>
              <a:off x="5905690" y="2867310"/>
              <a:ext cx="1504568" cy="760190"/>
            </a:xfrm>
            <a:custGeom>
              <a:avLst/>
              <a:gdLst/>
              <a:ahLst/>
              <a:cxnLst/>
              <a:rect l="l" t="t" r="r" b="b"/>
              <a:pathLst>
                <a:path w="1504568" h="760190" extrusionOk="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16" name="Google Shape;716;p26"/>
            <p:cNvSpPr/>
            <p:nvPr/>
          </p:nvSpPr>
          <p:spPr>
            <a:xfrm>
              <a:off x="5905690" y="2918364"/>
              <a:ext cx="922591" cy="709136"/>
            </a:xfrm>
            <a:custGeom>
              <a:avLst/>
              <a:gdLst/>
              <a:ahLst/>
              <a:cxnLst/>
              <a:rect l="l" t="t" r="r" b="b"/>
              <a:pathLst>
                <a:path w="922591" h="709136" extrusionOk="0">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 name="Google Shape;704;p26">
            <a:extLst>
              <a:ext uri="{FF2B5EF4-FFF2-40B4-BE49-F238E27FC236}">
                <a16:creationId xmlns:a16="http://schemas.microsoft.com/office/drawing/2014/main" id="{CA88C44F-F8C2-C3ED-17CB-E72F9F10C9B1}"/>
              </a:ext>
            </a:extLst>
          </p:cNvPr>
          <p:cNvSpPr txBox="1">
            <a:spLocks/>
          </p:cNvSpPr>
          <p:nvPr/>
        </p:nvSpPr>
        <p:spPr>
          <a:xfrm>
            <a:off x="2962275" y="3330781"/>
            <a:ext cx="2467509" cy="993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6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en" b="1"/>
              <a:t>Project Mentor:</a:t>
            </a:r>
          </a:p>
          <a:p>
            <a:pPr marL="0" indent="0"/>
            <a:r>
              <a:rPr lang="en" sz="1400"/>
              <a:t>Niti Dwivedi</a:t>
            </a:r>
          </a:p>
        </p:txBody>
      </p:sp>
      <p:pic>
        <p:nvPicPr>
          <p:cNvPr id="1026" name="Picture 2">
            <a:extLst>
              <a:ext uri="{FF2B5EF4-FFF2-40B4-BE49-F238E27FC236}">
                <a16:creationId xmlns:a16="http://schemas.microsoft.com/office/drawing/2014/main" id="{3DCACDDA-E08E-7D89-9F25-C1096B13E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7971" y="439110"/>
            <a:ext cx="4265280" cy="42652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Infosys Springboard | Bangalore">
            <a:extLst>
              <a:ext uri="{FF2B5EF4-FFF2-40B4-BE49-F238E27FC236}">
                <a16:creationId xmlns:a16="http://schemas.microsoft.com/office/drawing/2014/main" id="{FD248765-7A1B-B0F1-BB32-11E076A4D8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37713" y="121951"/>
            <a:ext cx="590491" cy="59049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sp>
        <p:nvSpPr>
          <p:cNvPr id="913" name="Google Shape;913;p29"/>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p:cNvSpPr txBox="1">
            <a:spLocks noGrp="1"/>
          </p:cNvSpPr>
          <p:nvPr>
            <p:ph type="title"/>
          </p:nvPr>
        </p:nvSpPr>
        <p:spPr>
          <a:xfrm>
            <a:off x="811974" y="219907"/>
            <a:ext cx="7818457" cy="975628"/>
          </a:xfrm>
          <a:prstGeom prst="rect">
            <a:avLst/>
          </a:prstGeom>
        </p:spPr>
        <p:txBody>
          <a:bodyPr spcFirstLastPara="1" wrap="square" lIns="91425" tIns="91425" rIns="91425" bIns="91425" anchor="b" anchorCtr="0">
            <a:noAutofit/>
          </a:bodyPr>
          <a:lstStyle/>
          <a:p>
            <a:r>
              <a:rPr lang="en-US" sz="2400"/>
              <a:t>Introduction</a:t>
            </a:r>
            <a:endParaRPr lang="en-US" sz="2000"/>
          </a:p>
        </p:txBody>
      </p:sp>
      <p:sp>
        <p:nvSpPr>
          <p:cNvPr id="915" name="Google Shape;915;p29"/>
          <p:cNvSpPr txBox="1">
            <a:spLocks noGrp="1"/>
          </p:cNvSpPr>
          <p:nvPr>
            <p:ph type="subTitle" idx="1"/>
          </p:nvPr>
        </p:nvSpPr>
        <p:spPr>
          <a:xfrm>
            <a:off x="486297" y="1252516"/>
            <a:ext cx="8144134" cy="2377037"/>
          </a:xfrm>
          <a:prstGeom prst="rect">
            <a:avLst/>
          </a:prstGeom>
        </p:spPr>
        <p:txBody>
          <a:bodyPr spcFirstLastPara="1" wrap="square" lIns="91425" tIns="91425" rIns="91425" bIns="91425" anchor="t" anchorCtr="0">
            <a:noAutofit/>
          </a:bodyPr>
          <a:lstStyle/>
          <a:p>
            <a:pPr algn="just"/>
            <a:r>
              <a:rPr lang="en-US" sz="1400"/>
              <a:t>The project </a:t>
            </a:r>
            <a:r>
              <a:rPr lang="en-US" sz="1400" b="1"/>
              <a:t>“Online Corporate Insurance using AI”</a:t>
            </a:r>
            <a:r>
              <a:rPr lang="en-US" sz="1400"/>
              <a:t> is developed with the primary goal of creating a </a:t>
            </a:r>
            <a:r>
              <a:rPr lang="en-US" sz="1400" b="1"/>
              <a:t>smart, interactive, and user-friendly web-based platform</a:t>
            </a:r>
            <a:r>
              <a:rPr lang="en-US" sz="1400"/>
              <a:t> that bridges the gap between </a:t>
            </a:r>
            <a:r>
              <a:rPr lang="en-US" sz="1400" b="1"/>
              <a:t>customers</a:t>
            </a:r>
            <a:r>
              <a:rPr lang="en-US" sz="1400"/>
              <a:t> and </a:t>
            </a:r>
            <a:r>
              <a:rPr lang="en-US" sz="1400" b="1"/>
              <a:t>insurance agents</a:t>
            </a:r>
            <a:r>
              <a:rPr lang="en-US" sz="1400"/>
              <a:t>. In the traditional insurance sector, scheduling appointments and managing customer queries often involve manual communication, leading to delays, confusion, and inefficiency. This project addresses these challenges by automating the entire process through a well-structured and responsive web application.</a:t>
            </a:r>
          </a:p>
          <a:p>
            <a:pPr algn="just"/>
            <a:r>
              <a:rPr lang="en-US" sz="1400"/>
              <a:t>The system allows customers to </a:t>
            </a:r>
            <a:r>
              <a:rPr lang="en-US" sz="1400" b="1"/>
              <a:t>easily view available agents, schedule appointments, and manage bookings</a:t>
            </a:r>
            <a:r>
              <a:rPr lang="en-US" sz="1400"/>
              <a:t> based on their convenience and preferences. It also provides agents with tools to </a:t>
            </a:r>
            <a:r>
              <a:rPr lang="en-US" sz="1400" b="1"/>
              <a:t>update their availability, manage appointment requests, and maintain customer interaction records</a:t>
            </a:r>
            <a:r>
              <a:rPr lang="en-US" sz="1400"/>
              <a:t> effectively.</a:t>
            </a:r>
          </a:p>
          <a:p>
            <a:pPr algn="just"/>
            <a:r>
              <a:rPr lang="en-US" sz="1400"/>
              <a:t>To further enhance usability, the application integrates </a:t>
            </a:r>
            <a:r>
              <a:rPr lang="en-US" sz="1400" b="1"/>
              <a:t>Artificial Intelligence (AI)</a:t>
            </a:r>
            <a:r>
              <a:rPr lang="en-US" sz="1400"/>
              <a:t> features such as </a:t>
            </a:r>
            <a:r>
              <a:rPr lang="en-US" sz="1400" b="1"/>
              <a:t>voice recognition</a:t>
            </a:r>
            <a:r>
              <a:rPr lang="en-US" sz="1400"/>
              <a:t>, which enables customers to interact with the system using natural speech. This AI integration not only improves accessibility but also adds a modern and intelligent touch to the user experience.</a:t>
            </a:r>
          </a:p>
        </p:txBody>
      </p:sp>
      <p:pic>
        <p:nvPicPr>
          <p:cNvPr id="2" name="Picture 2">
            <a:extLst>
              <a:ext uri="{FF2B5EF4-FFF2-40B4-BE49-F238E27FC236}">
                <a16:creationId xmlns:a16="http://schemas.microsoft.com/office/drawing/2014/main" id="{56557C44-ED9C-2A0C-30DE-89B9F5F160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5961" y="439110"/>
            <a:ext cx="4265280" cy="4265280"/>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03;p26">
            <a:extLst>
              <a:ext uri="{FF2B5EF4-FFF2-40B4-BE49-F238E27FC236}">
                <a16:creationId xmlns:a16="http://schemas.microsoft.com/office/drawing/2014/main" id="{235148C3-F328-DE2B-156B-C879CA24FCC7}"/>
              </a:ext>
            </a:extLst>
          </p:cNvPr>
          <p:cNvSpPr txBox="1">
            <a:spLocks/>
          </p:cNvSpPr>
          <p:nvPr/>
        </p:nvSpPr>
        <p:spPr>
          <a:xfrm>
            <a:off x="-4383920" y="439110"/>
            <a:ext cx="4178820" cy="2353274"/>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sz="3200"/>
              <a:t>InsurAI: Corporate Policy Automation &amp; Intelligence System</a:t>
            </a:r>
            <a:br>
              <a:rPr lang="en" sz="4000"/>
            </a:br>
            <a:r>
              <a:rPr lang="en-US" sz="1400" b="0">
                <a:solidFill>
                  <a:schemeClr val="tx1"/>
                </a:solidFill>
                <a:latin typeface="__Inter_d65c78"/>
              </a:rPr>
              <a:t>Infosys Springboard Virtual Internship 6.0</a:t>
            </a:r>
            <a:endParaRPr lang="en" sz="4000">
              <a:solidFill>
                <a:schemeClr val="tx1"/>
              </a:solidFill>
            </a:endParaRPr>
          </a:p>
        </p:txBody>
      </p:sp>
      <p:sp>
        <p:nvSpPr>
          <p:cNvPr id="4" name="Google Shape;704;p26">
            <a:extLst>
              <a:ext uri="{FF2B5EF4-FFF2-40B4-BE49-F238E27FC236}">
                <a16:creationId xmlns:a16="http://schemas.microsoft.com/office/drawing/2014/main" id="{CB518A7E-AD27-59D1-D907-E94C4A5A03B1}"/>
              </a:ext>
            </a:extLst>
          </p:cNvPr>
          <p:cNvSpPr txBox="1">
            <a:spLocks/>
          </p:cNvSpPr>
          <p:nvPr/>
        </p:nvSpPr>
        <p:spPr>
          <a:xfrm>
            <a:off x="-3232291" y="3213823"/>
            <a:ext cx="2777323" cy="169067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9pPr>
          </a:lstStyle>
          <a:p>
            <a:pPr marL="0" indent="0"/>
            <a:r>
              <a:rPr lang="en" b="1"/>
              <a:t>Presented by:</a:t>
            </a:r>
          </a:p>
          <a:p>
            <a:pPr marL="0" indent="0"/>
            <a:r>
              <a:rPr lang="en" sz="1400"/>
              <a:t>Sangoji Pranav</a:t>
            </a:r>
          </a:p>
          <a:p>
            <a:pPr marL="0" indent="0"/>
            <a:r>
              <a:rPr lang="en-IN" sz="1400"/>
              <a:t>Rakesh Kummari</a:t>
            </a:r>
          </a:p>
          <a:p>
            <a:pPr marL="0" indent="0"/>
            <a:r>
              <a:rPr lang="en-IN" sz="1400"/>
              <a:t>M. Harshini Priya</a:t>
            </a:r>
          </a:p>
          <a:p>
            <a:pPr marL="0" indent="0"/>
            <a:r>
              <a:rPr lang="en-IN" sz="1400"/>
              <a:t>Mithunraj M</a:t>
            </a:r>
            <a:endParaRPr lang="en" sz="1400"/>
          </a:p>
        </p:txBody>
      </p:sp>
      <p:sp>
        <p:nvSpPr>
          <p:cNvPr id="5" name="Google Shape;704;p26">
            <a:extLst>
              <a:ext uri="{FF2B5EF4-FFF2-40B4-BE49-F238E27FC236}">
                <a16:creationId xmlns:a16="http://schemas.microsoft.com/office/drawing/2014/main" id="{7A82855F-187C-AC96-8349-0BBA89B25B1A}"/>
              </a:ext>
            </a:extLst>
          </p:cNvPr>
          <p:cNvSpPr txBox="1">
            <a:spLocks/>
          </p:cNvSpPr>
          <p:nvPr/>
        </p:nvSpPr>
        <p:spPr>
          <a:xfrm>
            <a:off x="-2231080" y="3132605"/>
            <a:ext cx="2467509" cy="9938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Lato"/>
              <a:buNone/>
              <a:defRPr sz="16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chemeClr val="dk1"/>
              </a:buClr>
              <a:buSzPts val="1800"/>
              <a:buFont typeface="Lato"/>
              <a:buNone/>
              <a:defRPr sz="1800" b="0" i="0" u="none" strike="noStrike" cap="none">
                <a:solidFill>
                  <a:schemeClr val="dk1"/>
                </a:solidFill>
                <a:latin typeface="Lato"/>
                <a:ea typeface="Lato"/>
                <a:cs typeface="Lato"/>
                <a:sym typeface="Lato"/>
              </a:defRPr>
            </a:lvl9pPr>
          </a:lstStyle>
          <a:p>
            <a:pPr marL="0" indent="0"/>
            <a:r>
              <a:rPr lang="en" b="1"/>
              <a:t>Project Mentor:</a:t>
            </a:r>
          </a:p>
          <a:p>
            <a:pPr marL="0" indent="0"/>
            <a:r>
              <a:rPr lang="en" sz="1400"/>
              <a:t>Niti Dwivedi</a:t>
            </a:r>
          </a:p>
        </p:txBody>
      </p:sp>
      <p:pic>
        <p:nvPicPr>
          <p:cNvPr id="6" name="Picture 6">
            <a:extLst>
              <a:ext uri="{FF2B5EF4-FFF2-40B4-BE49-F238E27FC236}">
                <a16:creationId xmlns:a16="http://schemas.microsoft.com/office/drawing/2014/main" id="{B8F5476E-0C3A-5B79-A00A-C64A575689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1974" y="5762155"/>
            <a:ext cx="7066257" cy="28380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163628A9-1CD4-D5AD-5122-7401F0C68B45}"/>
            </a:ext>
          </a:extLst>
        </p:cNvPr>
        <p:cNvGrpSpPr/>
        <p:nvPr/>
      </p:nvGrpSpPr>
      <p:grpSpPr>
        <a:xfrm>
          <a:off x="0" y="0"/>
          <a:ext cx="0" cy="0"/>
          <a:chOff x="0" y="0"/>
          <a:chExt cx="0" cy="0"/>
        </a:xfrm>
      </p:grpSpPr>
      <p:sp>
        <p:nvSpPr>
          <p:cNvPr id="9" name="Google Shape;702;p26">
            <a:extLst>
              <a:ext uri="{FF2B5EF4-FFF2-40B4-BE49-F238E27FC236}">
                <a16:creationId xmlns:a16="http://schemas.microsoft.com/office/drawing/2014/main" id="{E99ED903-A846-2D6A-3DCB-8FA5C8431BC5}"/>
              </a:ext>
            </a:extLst>
          </p:cNvPr>
          <p:cNvSpPr/>
          <p:nvPr/>
        </p:nvSpPr>
        <p:spPr>
          <a:xfrm rot="1053742">
            <a:off x="4881111" y="250037"/>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9E3F04D4-8BBC-BD69-272A-1BBEFA134B67}"/>
              </a:ext>
            </a:extLst>
          </p:cNvPr>
          <p:cNvSpPr txBox="1">
            <a:spLocks noGrp="1"/>
          </p:cNvSpPr>
          <p:nvPr>
            <p:ph type="title"/>
          </p:nvPr>
        </p:nvSpPr>
        <p:spPr>
          <a:xfrm>
            <a:off x="811974" y="219907"/>
            <a:ext cx="7818457" cy="975628"/>
          </a:xfrm>
          <a:prstGeom prst="rect">
            <a:avLst/>
          </a:prstGeom>
        </p:spPr>
        <p:txBody>
          <a:bodyPr spcFirstLastPara="1" wrap="square" lIns="91425" tIns="91425" rIns="91425" bIns="91425" anchor="b" anchorCtr="0">
            <a:noAutofit/>
          </a:bodyPr>
          <a:lstStyle/>
          <a:p>
            <a:r>
              <a:rPr lang="en-IN" sz="2400" dirty="0"/>
              <a:t>System architecture</a:t>
            </a:r>
            <a:endParaRPr lang="en-US" sz="2000" dirty="0"/>
          </a:p>
        </p:txBody>
      </p:sp>
      <p:sp>
        <p:nvSpPr>
          <p:cNvPr id="8" name="Google Shape;915;p29">
            <a:extLst>
              <a:ext uri="{FF2B5EF4-FFF2-40B4-BE49-F238E27FC236}">
                <a16:creationId xmlns:a16="http://schemas.microsoft.com/office/drawing/2014/main" id="{8D05069A-718A-91FE-FF85-5B4B7002D6BD}"/>
              </a:ext>
            </a:extLst>
          </p:cNvPr>
          <p:cNvSpPr txBox="1">
            <a:spLocks noGrp="1"/>
          </p:cNvSpPr>
          <p:nvPr>
            <p:ph type="subTitle" idx="1"/>
          </p:nvPr>
        </p:nvSpPr>
        <p:spPr>
          <a:xfrm>
            <a:off x="649135" y="-3719717"/>
            <a:ext cx="8144134" cy="2377037"/>
          </a:xfrm>
          <a:prstGeom prst="rect">
            <a:avLst/>
          </a:prstGeom>
        </p:spPr>
        <p:txBody>
          <a:bodyPr spcFirstLastPara="1" wrap="square" lIns="91425" tIns="91425" rIns="91425" bIns="91425" anchor="t" anchorCtr="0">
            <a:noAutofit/>
          </a:bodyPr>
          <a:lstStyle/>
          <a:p>
            <a:pPr algn="just"/>
            <a:r>
              <a:rPr lang="en-US" sz="1400"/>
              <a:t>The project </a:t>
            </a:r>
            <a:r>
              <a:rPr lang="en-US" sz="1400" b="1"/>
              <a:t>“Online Corporate Insurance using AI”</a:t>
            </a:r>
            <a:r>
              <a:rPr lang="en-US" sz="1400"/>
              <a:t> is developed with the primary goal of creating a </a:t>
            </a:r>
            <a:r>
              <a:rPr lang="en-US" sz="1400" b="1"/>
              <a:t>smart, interactive, and user-friendly web-based platform</a:t>
            </a:r>
            <a:r>
              <a:rPr lang="en-US" sz="1400"/>
              <a:t> that bridges the gap between </a:t>
            </a:r>
            <a:r>
              <a:rPr lang="en-US" sz="1400" b="1"/>
              <a:t>customers</a:t>
            </a:r>
            <a:r>
              <a:rPr lang="en-US" sz="1400"/>
              <a:t> and </a:t>
            </a:r>
            <a:r>
              <a:rPr lang="en-US" sz="1400" b="1"/>
              <a:t>insurance agents</a:t>
            </a:r>
            <a:r>
              <a:rPr lang="en-US" sz="1400"/>
              <a:t>. In the traditional insurance sector, scheduling appointments and managing customer queries often involve manual communication, leading to delays, confusion, and inefficiency. This project addresses these challenges by automating the entire process through a well-structured and responsive web application.</a:t>
            </a:r>
          </a:p>
          <a:p>
            <a:pPr algn="just"/>
            <a:r>
              <a:rPr lang="en-US" sz="1400"/>
              <a:t>The system allows customers to </a:t>
            </a:r>
            <a:r>
              <a:rPr lang="en-US" sz="1400" b="1"/>
              <a:t>easily view available agents, schedule appointments, and manage bookings</a:t>
            </a:r>
            <a:r>
              <a:rPr lang="en-US" sz="1400"/>
              <a:t> based on their convenience and preferences. It also provides agents with tools to </a:t>
            </a:r>
            <a:r>
              <a:rPr lang="en-US" sz="1400" b="1"/>
              <a:t>update their availability, manage appointment requests, and maintain customer interaction records</a:t>
            </a:r>
            <a:r>
              <a:rPr lang="en-US" sz="1400"/>
              <a:t> effectively.</a:t>
            </a:r>
          </a:p>
          <a:p>
            <a:pPr algn="just"/>
            <a:r>
              <a:rPr lang="en-US" sz="1400"/>
              <a:t>To further enhance usability, the application integrates </a:t>
            </a:r>
            <a:r>
              <a:rPr lang="en-US" sz="1400" b="1"/>
              <a:t>Artificial Intelligence (AI)</a:t>
            </a:r>
            <a:r>
              <a:rPr lang="en-US" sz="1400"/>
              <a:t> features such as </a:t>
            </a:r>
            <a:r>
              <a:rPr lang="en-US" sz="1400" b="1"/>
              <a:t>voice recognition</a:t>
            </a:r>
            <a:r>
              <a:rPr lang="en-US" sz="1400"/>
              <a:t>, which enables customers to interact with the system using natural speech. This AI integration not only improves accessibility but also adds a modern and intelligent touch to the user experience.</a:t>
            </a:r>
          </a:p>
        </p:txBody>
      </p:sp>
      <p:sp>
        <p:nvSpPr>
          <p:cNvPr id="10" name="TextBox 9">
            <a:extLst>
              <a:ext uri="{FF2B5EF4-FFF2-40B4-BE49-F238E27FC236}">
                <a16:creationId xmlns:a16="http://schemas.microsoft.com/office/drawing/2014/main" id="{1175B89E-FCC9-33E7-2F02-0CB823D17F25}"/>
              </a:ext>
            </a:extLst>
          </p:cNvPr>
          <p:cNvSpPr txBox="1"/>
          <p:nvPr/>
        </p:nvSpPr>
        <p:spPr>
          <a:xfrm>
            <a:off x="-3622126" y="1115635"/>
            <a:ext cx="3516629" cy="3539430"/>
          </a:xfrm>
          <a:prstGeom prst="rect">
            <a:avLst/>
          </a:prstGeom>
          <a:noFill/>
        </p:spPr>
        <p:txBody>
          <a:bodyPr wrap="square" rtlCol="0">
            <a:spAutoFit/>
          </a:bodyPr>
          <a:lstStyle/>
          <a:p>
            <a:r>
              <a:rPr lang="en-IN" b="1"/>
              <a:t>Controller</a:t>
            </a:r>
          </a:p>
          <a:p>
            <a:pPr marL="285750" indent="-285750">
              <a:buFont typeface="Arial" panose="020B0604020202020204" pitchFamily="34" charset="0"/>
              <a:buChar char="•"/>
            </a:pPr>
            <a:r>
              <a:rPr lang="en-IN"/>
              <a:t>Agent controller</a:t>
            </a:r>
          </a:p>
          <a:p>
            <a:pPr marL="285750" indent="-285750">
              <a:buFont typeface="Arial" panose="020B0604020202020204" pitchFamily="34" charset="0"/>
              <a:buChar char="•"/>
            </a:pPr>
            <a:r>
              <a:rPr lang="en-IN"/>
              <a:t>User controller</a:t>
            </a:r>
          </a:p>
          <a:p>
            <a:pPr marL="285750" indent="-285750">
              <a:buFont typeface="Arial" panose="020B0604020202020204" pitchFamily="34" charset="0"/>
              <a:buChar char="•"/>
            </a:pPr>
            <a:r>
              <a:rPr lang="en-IN" err="1"/>
              <a:t>PlanController</a:t>
            </a:r>
            <a:endParaRPr lang="en-IN"/>
          </a:p>
          <a:p>
            <a:pPr marL="285750" indent="-285750">
              <a:buFont typeface="Arial" panose="020B0604020202020204" pitchFamily="34" charset="0"/>
              <a:buChar char="•"/>
            </a:pPr>
            <a:r>
              <a:rPr lang="en-IN" err="1"/>
              <a:t>Appt.controller</a:t>
            </a:r>
            <a:endParaRPr lang="en-IN"/>
          </a:p>
          <a:p>
            <a:pPr algn="just">
              <a:buFont typeface="Arial" panose="020B0604020202020204" pitchFamily="34" charset="0"/>
              <a:buChar char="•"/>
            </a:pPr>
            <a:endParaRPr lang="en-US" b="0" i="0">
              <a:solidFill>
                <a:schemeClr val="tx1"/>
              </a:solidFill>
              <a:effectLst/>
              <a:latin typeface="__Inter_d65c78"/>
            </a:endParaRPr>
          </a:p>
          <a:p>
            <a:r>
              <a:rPr lang="en-US" b="1"/>
              <a:t>Repository</a:t>
            </a:r>
          </a:p>
          <a:p>
            <a:pPr marL="285750" indent="-285750">
              <a:buFont typeface="Arial" panose="020B0604020202020204" pitchFamily="34" charset="0"/>
              <a:buChar char="•"/>
            </a:pPr>
            <a:r>
              <a:rPr lang="en-US"/>
              <a:t>we are extending </a:t>
            </a:r>
            <a:r>
              <a:rPr lang="en-US" err="1"/>
              <a:t>JpaRepository</a:t>
            </a:r>
            <a:r>
              <a:rPr lang="en-US"/>
              <a:t>, so we can perform not only Crud Operations and other methods</a:t>
            </a:r>
          </a:p>
          <a:p>
            <a:pPr marL="285750" indent="-285750">
              <a:buFont typeface="Arial" panose="020B0604020202020204" pitchFamily="34" charset="0"/>
              <a:buChar char="•"/>
            </a:pPr>
            <a:r>
              <a:rPr lang="en-US" b="1"/>
              <a:t>C</a:t>
            </a:r>
            <a:r>
              <a:rPr lang="en-US"/>
              <a:t>reate → save()</a:t>
            </a:r>
          </a:p>
          <a:p>
            <a:pPr marL="285750" indent="-285750">
              <a:buFont typeface="Arial" panose="020B0604020202020204" pitchFamily="34" charset="0"/>
              <a:buChar char="•"/>
            </a:pPr>
            <a:r>
              <a:rPr lang="en-US" b="1"/>
              <a:t>R</a:t>
            </a:r>
            <a:r>
              <a:rPr lang="en-US"/>
              <a:t>ead → </a:t>
            </a:r>
            <a:r>
              <a:rPr lang="en-US" err="1"/>
              <a:t>findById</a:t>
            </a:r>
            <a:r>
              <a:rPr lang="en-US"/>
              <a:t>(), </a:t>
            </a:r>
            <a:r>
              <a:rPr lang="en-US" err="1"/>
              <a:t>findAll</a:t>
            </a:r>
            <a:r>
              <a:rPr lang="en-US"/>
              <a:t>()</a:t>
            </a:r>
          </a:p>
          <a:p>
            <a:pPr marL="285750" indent="-285750">
              <a:buFont typeface="Arial" panose="020B0604020202020204" pitchFamily="34" charset="0"/>
              <a:buChar char="•"/>
            </a:pPr>
            <a:r>
              <a:rPr lang="en-US" b="1"/>
              <a:t>U</a:t>
            </a:r>
            <a:r>
              <a:rPr lang="en-US"/>
              <a:t>pdate → save() again (it updates if ID exists)</a:t>
            </a:r>
          </a:p>
          <a:p>
            <a:pPr marL="285750" indent="-285750">
              <a:buFont typeface="Arial" panose="020B0604020202020204" pitchFamily="34" charset="0"/>
              <a:buChar char="•"/>
            </a:pPr>
            <a:r>
              <a:rPr lang="en-US" b="1"/>
              <a:t>D</a:t>
            </a:r>
            <a:r>
              <a:rPr lang="en-US"/>
              <a:t>elete → </a:t>
            </a:r>
            <a:r>
              <a:rPr lang="en-US" err="1"/>
              <a:t>deleteById</a:t>
            </a:r>
            <a:r>
              <a:rPr lang="en-US"/>
              <a:t>()</a:t>
            </a:r>
          </a:p>
          <a:p>
            <a:pPr algn="just">
              <a:buFont typeface="Arial" panose="020B0604020202020204" pitchFamily="34" charset="0"/>
              <a:buChar char="•"/>
            </a:pPr>
            <a:endParaRPr lang="en-US" b="0" i="0">
              <a:solidFill>
                <a:schemeClr val="tx1"/>
              </a:solidFill>
              <a:effectLst/>
              <a:latin typeface="__Inter_d65c78"/>
            </a:endParaRPr>
          </a:p>
        </p:txBody>
      </p:sp>
      <p:sp>
        <p:nvSpPr>
          <p:cNvPr id="11" name="TextBox 10">
            <a:extLst>
              <a:ext uri="{FF2B5EF4-FFF2-40B4-BE49-F238E27FC236}">
                <a16:creationId xmlns:a16="http://schemas.microsoft.com/office/drawing/2014/main" id="{385D5663-A73C-231D-90AA-6B6EB7C69C30}"/>
              </a:ext>
            </a:extLst>
          </p:cNvPr>
          <p:cNvSpPr txBox="1"/>
          <p:nvPr/>
        </p:nvSpPr>
        <p:spPr>
          <a:xfrm>
            <a:off x="9838777" y="1363165"/>
            <a:ext cx="3516629" cy="4462760"/>
          </a:xfrm>
          <a:prstGeom prst="rect">
            <a:avLst/>
          </a:prstGeom>
          <a:noFill/>
        </p:spPr>
        <p:txBody>
          <a:bodyPr wrap="square" rtlCol="0">
            <a:spAutoFit/>
          </a:bodyPr>
          <a:lstStyle/>
          <a:p>
            <a:r>
              <a:rPr lang="en-US" b="1"/>
              <a:t>Model</a:t>
            </a:r>
          </a:p>
          <a:p>
            <a:pPr marL="285750" indent="-285750">
              <a:buFont typeface="Arial" panose="020B0604020202020204" pitchFamily="34" charset="0"/>
              <a:buChar char="•"/>
            </a:pPr>
            <a:r>
              <a:rPr lang="en-US"/>
              <a:t>user</a:t>
            </a:r>
          </a:p>
          <a:p>
            <a:pPr marL="285750" indent="-285750">
              <a:buFont typeface="Arial" panose="020B0604020202020204" pitchFamily="34" charset="0"/>
              <a:buChar char="•"/>
            </a:pPr>
            <a:r>
              <a:rPr lang="en-US"/>
              <a:t>Agent</a:t>
            </a:r>
          </a:p>
          <a:p>
            <a:pPr marL="285750" indent="-285750">
              <a:buFont typeface="Arial" panose="020B0604020202020204" pitchFamily="34" charset="0"/>
              <a:buChar char="•"/>
            </a:pPr>
            <a:r>
              <a:rPr lang="en-US"/>
              <a:t>Plan</a:t>
            </a:r>
          </a:p>
          <a:p>
            <a:pPr marL="285750" indent="-285750">
              <a:buFont typeface="Arial" panose="020B0604020202020204" pitchFamily="34" charset="0"/>
              <a:buChar char="•"/>
            </a:pPr>
            <a:r>
              <a:rPr lang="en-US"/>
              <a:t>Appointments</a:t>
            </a:r>
          </a:p>
          <a:p>
            <a:endParaRPr lang="en-US"/>
          </a:p>
          <a:p>
            <a:r>
              <a:rPr lang="en-US" sz="1800" b="1"/>
              <a:t>Services:</a:t>
            </a:r>
          </a:p>
          <a:p>
            <a:endParaRPr lang="en-US"/>
          </a:p>
          <a:p>
            <a:pPr marL="285750" indent="-285750" fontAlgn="ctr">
              <a:buFont typeface="Arial" panose="020B0604020202020204" pitchFamily="34" charset="0"/>
              <a:buChar char="•"/>
            </a:pPr>
            <a:r>
              <a:rPr lang="en-IN" b="1" err="1"/>
              <a:t>UserService:</a:t>
            </a:r>
            <a:r>
              <a:rPr lang="en-IN" err="1"/>
              <a:t>Handles</a:t>
            </a:r>
            <a:r>
              <a:rPr lang="en-IN"/>
              <a:t> registration, password encryption, login, JWT token generation</a:t>
            </a:r>
          </a:p>
          <a:p>
            <a:pPr marL="285750" indent="-285750" fontAlgn="ctr">
              <a:buFont typeface="Arial" panose="020B0604020202020204" pitchFamily="34" charset="0"/>
              <a:buChar char="•"/>
            </a:pPr>
            <a:r>
              <a:rPr lang="en-US" b="1" err="1"/>
              <a:t>AgentService</a:t>
            </a:r>
            <a:r>
              <a:rPr lang="en-US" b="1"/>
              <a:t>:  </a:t>
            </a:r>
            <a:r>
              <a:rPr lang="en-US"/>
              <a:t>Manages agent CRUD operations (get, create, update, delete agents)</a:t>
            </a:r>
            <a:endParaRPr lang="en-IN"/>
          </a:p>
          <a:p>
            <a:pPr marL="285750" indent="-285750">
              <a:buFont typeface="Arial" panose="020B0604020202020204" pitchFamily="34" charset="0"/>
              <a:buChar char="•"/>
            </a:pPr>
            <a:r>
              <a:rPr lang="en-US" b="1" err="1"/>
              <a:t>AppointmentService</a:t>
            </a:r>
            <a:r>
              <a:rPr lang="en-US" b="1"/>
              <a:t>: </a:t>
            </a:r>
            <a:r>
              <a:rPr lang="en-US"/>
              <a:t>Handles appointment creation, linking to users/agents, availability updates</a:t>
            </a:r>
          </a:p>
          <a:p>
            <a:endParaRPr lang="en-US"/>
          </a:p>
          <a:p>
            <a:endParaRPr lang="en-US"/>
          </a:p>
          <a:p>
            <a:endParaRPr lang="en-US"/>
          </a:p>
        </p:txBody>
      </p:sp>
      <p:pic>
        <p:nvPicPr>
          <p:cNvPr id="1026" name="Picture 2">
            <a:extLst>
              <a:ext uri="{FF2B5EF4-FFF2-40B4-BE49-F238E27FC236}">
                <a16:creationId xmlns:a16="http://schemas.microsoft.com/office/drawing/2014/main" id="{6413383D-3DE8-7910-0AB3-C9B05583AE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772"/>
          <a:stretch>
            <a:fillRect/>
          </a:stretch>
        </p:blipFill>
        <p:spPr bwMode="auto">
          <a:xfrm>
            <a:off x="601589" y="1115635"/>
            <a:ext cx="7247011" cy="3076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16763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9"/>
        <p:cNvGrpSpPr/>
        <p:nvPr/>
      </p:nvGrpSpPr>
      <p:grpSpPr>
        <a:xfrm>
          <a:off x="0" y="0"/>
          <a:ext cx="0" cy="0"/>
          <a:chOff x="0" y="0"/>
          <a:chExt cx="0" cy="0"/>
        </a:xfrm>
      </p:grpSpPr>
      <p:sp>
        <p:nvSpPr>
          <p:cNvPr id="1051" name="Google Shape;1051;p3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lvl="0"/>
            <a:r>
              <a:rPr lang="en-IN"/>
              <a:t>Backend Logic</a:t>
            </a:r>
            <a:endParaRPr/>
          </a:p>
        </p:txBody>
      </p:sp>
      <p:sp>
        <p:nvSpPr>
          <p:cNvPr id="6" name="TextBox 5">
            <a:extLst>
              <a:ext uri="{FF2B5EF4-FFF2-40B4-BE49-F238E27FC236}">
                <a16:creationId xmlns:a16="http://schemas.microsoft.com/office/drawing/2014/main" id="{815BDA26-7EE4-C2FC-4F72-122C739F287F}"/>
              </a:ext>
            </a:extLst>
          </p:cNvPr>
          <p:cNvSpPr txBox="1"/>
          <p:nvPr/>
        </p:nvSpPr>
        <p:spPr>
          <a:xfrm>
            <a:off x="604434" y="1186755"/>
            <a:ext cx="7887559" cy="3216265"/>
          </a:xfrm>
          <a:prstGeom prst="rect">
            <a:avLst/>
          </a:prstGeom>
          <a:noFill/>
        </p:spPr>
        <p:txBody>
          <a:bodyPr wrap="square" rtlCol="0">
            <a:spAutoFit/>
          </a:bodyPr>
          <a:lstStyle/>
          <a:p>
            <a:pPr marL="342900" indent="-342900">
              <a:lnSpc>
                <a:spcPct val="150000"/>
              </a:lnSpc>
              <a:buFont typeface="+mj-lt"/>
              <a:buAutoNum type="arabicPeriod"/>
            </a:pPr>
            <a:r>
              <a:rPr lang="en-US" b="1" dirty="0">
                <a:latin typeface="Lato" panose="020F0502020204030203" pitchFamily="34" charset="0"/>
                <a:ea typeface="Lato" panose="020F0502020204030203" pitchFamily="34" charset="0"/>
                <a:cs typeface="Lato" panose="020F0502020204030203" pitchFamily="34" charset="0"/>
              </a:rPr>
              <a:t>User (Admin/Agent/Customer</a:t>
            </a:r>
            <a:r>
              <a:rPr lang="en-US" dirty="0">
                <a:latin typeface="Lato" panose="020F0502020204030203" pitchFamily="34" charset="0"/>
                <a:ea typeface="Lato" panose="020F0502020204030203" pitchFamily="34" charset="0"/>
                <a:cs typeface="Lato" panose="020F0502020204030203" pitchFamily="34" charset="0"/>
              </a:rPr>
              <a:t>) authenticates using</a:t>
            </a:r>
            <a:r>
              <a:rPr lang="en-US" b="1" dirty="0">
                <a:latin typeface="Lato" panose="020F0502020204030203" pitchFamily="34" charset="0"/>
                <a:ea typeface="Lato" panose="020F0502020204030203" pitchFamily="34" charset="0"/>
                <a:cs typeface="Lato" panose="020F0502020204030203" pitchFamily="34" charset="0"/>
              </a:rPr>
              <a:t> JWT </a:t>
            </a:r>
            <a:r>
              <a:rPr lang="en-US" dirty="0">
                <a:latin typeface="Lato" panose="020F0502020204030203" pitchFamily="34" charset="0"/>
                <a:ea typeface="Lato" panose="020F0502020204030203" pitchFamily="34" charset="0"/>
                <a:cs typeface="Lato" panose="020F0502020204030203" pitchFamily="34" charset="0"/>
              </a:rPr>
              <a:t>(JSON Web Token) through </a:t>
            </a:r>
            <a:r>
              <a:rPr lang="en-US" b="1" dirty="0" err="1">
                <a:latin typeface="Lato" panose="020F0502020204030203" pitchFamily="34" charset="0"/>
                <a:ea typeface="Lato" panose="020F0502020204030203" pitchFamily="34" charset="0"/>
                <a:cs typeface="Lato" panose="020F0502020204030203" pitchFamily="34" charset="0"/>
              </a:rPr>
              <a:t>SecurityConfig</a:t>
            </a:r>
            <a:r>
              <a:rPr lang="en-US" dirty="0">
                <a:latin typeface="Lato" panose="020F0502020204030203" pitchFamily="34" charset="0"/>
                <a:ea typeface="Lato" panose="020F0502020204030203" pitchFamily="34" charset="0"/>
                <a:cs typeface="Lato" panose="020F0502020204030203" pitchFamily="34" charset="0"/>
              </a:rPr>
              <a:t> and </a:t>
            </a:r>
            <a:r>
              <a:rPr lang="en-US" b="1" dirty="0" err="1">
                <a:latin typeface="Lato" panose="020F0502020204030203" pitchFamily="34" charset="0"/>
                <a:ea typeface="Lato" panose="020F0502020204030203" pitchFamily="34" charset="0"/>
                <a:cs typeface="Lato" panose="020F0502020204030203" pitchFamily="34" charset="0"/>
              </a:rPr>
              <a:t>JwtAuthenticationFilter</a:t>
            </a:r>
            <a:endParaRPr lang="en-US" b="1" dirty="0">
              <a:latin typeface="Lato" panose="020F0502020204030203" pitchFamily="34" charset="0"/>
              <a:ea typeface="Lato" panose="020F0502020204030203" pitchFamily="34" charset="0"/>
              <a:cs typeface="Lato" panose="020F0502020204030203" pitchFamily="34" charset="0"/>
            </a:endParaRPr>
          </a:p>
          <a:p>
            <a:pPr marL="342900" indent="-342900">
              <a:lnSpc>
                <a:spcPct val="150000"/>
              </a:lnSpc>
              <a:buFont typeface="+mj-lt"/>
              <a:buAutoNum type="arabicPeriod"/>
            </a:pPr>
            <a:r>
              <a:rPr lang="en-US" dirty="0">
                <a:latin typeface="Lato" panose="020F0502020204030203" pitchFamily="34" charset="0"/>
                <a:ea typeface="Lato" panose="020F0502020204030203" pitchFamily="34" charset="0"/>
                <a:cs typeface="Lato" panose="020F0502020204030203" pitchFamily="34" charset="0"/>
              </a:rPr>
              <a:t>Once authenticated, users can manage appointments through </a:t>
            </a:r>
            <a:r>
              <a:rPr lang="en-US" b="1" dirty="0" err="1">
                <a:latin typeface="Lato" panose="020F0502020204030203" pitchFamily="34" charset="0"/>
                <a:ea typeface="Lato" panose="020F0502020204030203" pitchFamily="34" charset="0"/>
                <a:cs typeface="Lato" panose="020F0502020204030203" pitchFamily="34" charset="0"/>
              </a:rPr>
              <a:t>AppointmentController</a:t>
            </a:r>
            <a:r>
              <a:rPr lang="en-US" dirty="0">
                <a:latin typeface="Lato" panose="020F0502020204030203" pitchFamily="34" charset="0"/>
                <a:ea typeface="Lato" panose="020F0502020204030203" pitchFamily="34" charset="0"/>
                <a:cs typeface="Lato" panose="020F0502020204030203" pitchFamily="34" charset="0"/>
              </a:rPr>
              <a:t> - customers can book, agents can </a:t>
            </a:r>
            <a:r>
              <a:rPr lang="en-US" b="1" dirty="0">
                <a:latin typeface="Lato" panose="020F0502020204030203" pitchFamily="34" charset="0"/>
                <a:ea typeface="Lato" panose="020F0502020204030203" pitchFamily="34" charset="0"/>
                <a:cs typeface="Lato" panose="020F0502020204030203" pitchFamily="34" charset="0"/>
              </a:rPr>
              <a:t>view/manage </a:t>
            </a:r>
            <a:r>
              <a:rPr lang="en-US" dirty="0">
                <a:latin typeface="Lato" panose="020F0502020204030203" pitchFamily="34" charset="0"/>
                <a:ea typeface="Lato" panose="020F0502020204030203" pitchFamily="34" charset="0"/>
                <a:cs typeface="Lato" panose="020F0502020204030203" pitchFamily="34" charset="0"/>
              </a:rPr>
              <a:t>their appointments</a:t>
            </a:r>
          </a:p>
          <a:p>
            <a:pPr marL="342900" indent="-342900">
              <a:lnSpc>
                <a:spcPct val="150000"/>
              </a:lnSpc>
              <a:buFont typeface="+mj-lt"/>
              <a:buAutoNum type="arabicPeriod"/>
            </a:pPr>
            <a:r>
              <a:rPr lang="en-US" dirty="0">
                <a:latin typeface="Lato" panose="020F0502020204030203" pitchFamily="34" charset="0"/>
                <a:ea typeface="Lato" panose="020F0502020204030203" pitchFamily="34" charset="0"/>
                <a:cs typeface="Lato" panose="020F0502020204030203" pitchFamily="34" charset="0"/>
              </a:rPr>
              <a:t>The AI assistant integration (</a:t>
            </a:r>
            <a:r>
              <a:rPr lang="en-US" b="1" dirty="0" err="1">
                <a:latin typeface="Lato" panose="020F0502020204030203" pitchFamily="34" charset="0"/>
                <a:ea typeface="Lato" panose="020F0502020204030203" pitchFamily="34" charset="0"/>
                <a:cs typeface="Lato" panose="020F0502020204030203" pitchFamily="34" charset="0"/>
              </a:rPr>
              <a:t>ChatController</a:t>
            </a:r>
            <a:r>
              <a:rPr lang="en-US" b="1" dirty="0">
                <a:latin typeface="Lato" panose="020F0502020204030203" pitchFamily="34" charset="0"/>
                <a:ea typeface="Lato" panose="020F0502020204030203" pitchFamily="34" charset="0"/>
                <a:cs typeface="Lato" panose="020F0502020204030203" pitchFamily="34" charset="0"/>
              </a:rPr>
              <a:t>) </a:t>
            </a:r>
            <a:r>
              <a:rPr lang="en-US" dirty="0">
                <a:latin typeface="Lato" panose="020F0502020204030203" pitchFamily="34" charset="0"/>
                <a:ea typeface="Lato" panose="020F0502020204030203" pitchFamily="34" charset="0"/>
                <a:cs typeface="Lato" panose="020F0502020204030203" pitchFamily="34" charset="0"/>
              </a:rPr>
              <a:t>handles insurance-related queries and provides automated assistance</a:t>
            </a:r>
          </a:p>
          <a:p>
            <a:pPr marL="342900" indent="-342900">
              <a:lnSpc>
                <a:spcPct val="150000"/>
              </a:lnSpc>
              <a:buFont typeface="+mj-lt"/>
              <a:buAutoNum type="arabicPeriod"/>
            </a:pPr>
            <a:r>
              <a:rPr lang="en-US" dirty="0">
                <a:latin typeface="Lato" panose="020F0502020204030203" pitchFamily="34" charset="0"/>
                <a:ea typeface="Lato" panose="020F0502020204030203" pitchFamily="34" charset="0"/>
                <a:cs typeface="Lato" panose="020F0502020204030203" pitchFamily="34" charset="0"/>
              </a:rPr>
              <a:t>Agents can manage customer policies and claims through respective controllers</a:t>
            </a:r>
          </a:p>
          <a:p>
            <a:pPr marL="342900" indent="-342900">
              <a:lnSpc>
                <a:spcPct val="150000"/>
              </a:lnSpc>
              <a:buFont typeface="+mj-lt"/>
              <a:buAutoNum type="arabicPeriod"/>
            </a:pPr>
            <a:r>
              <a:rPr lang="en-US" dirty="0">
                <a:latin typeface="Lato" panose="020F0502020204030203" pitchFamily="34" charset="0"/>
                <a:ea typeface="Lato" panose="020F0502020204030203" pitchFamily="34" charset="0"/>
                <a:cs typeface="Lato" panose="020F0502020204030203" pitchFamily="34" charset="0"/>
              </a:rPr>
              <a:t>Email notifications (</a:t>
            </a:r>
            <a:r>
              <a:rPr lang="en-US" b="1" dirty="0" err="1">
                <a:latin typeface="Lato" panose="020F0502020204030203" pitchFamily="34" charset="0"/>
                <a:ea typeface="Lato" panose="020F0502020204030203" pitchFamily="34" charset="0"/>
                <a:cs typeface="Lato" panose="020F0502020204030203" pitchFamily="34" charset="0"/>
              </a:rPr>
              <a:t>EmailConfig</a:t>
            </a:r>
            <a:r>
              <a:rPr lang="en-US" b="1" dirty="0">
                <a:latin typeface="Lato" panose="020F0502020204030203" pitchFamily="34" charset="0"/>
                <a:ea typeface="Lato" panose="020F0502020204030203" pitchFamily="34" charset="0"/>
                <a:cs typeface="Lato" panose="020F0502020204030203" pitchFamily="34" charset="0"/>
              </a:rPr>
              <a:t>) </a:t>
            </a:r>
            <a:r>
              <a:rPr lang="en-US" dirty="0">
                <a:latin typeface="Lato" panose="020F0502020204030203" pitchFamily="34" charset="0"/>
                <a:ea typeface="Lato" panose="020F0502020204030203" pitchFamily="34" charset="0"/>
                <a:cs typeface="Lato" panose="020F0502020204030203" pitchFamily="34" charset="0"/>
              </a:rPr>
              <a:t>are sent for appointment confirmations and important updates</a:t>
            </a:r>
          </a:p>
          <a:p>
            <a:pPr algn="just">
              <a:buFont typeface="Arial" panose="020B0604020202020204" pitchFamily="34" charset="0"/>
              <a:buChar char="•"/>
            </a:pPr>
            <a:endParaRPr lang="en-US" b="0" i="0" dirty="0">
              <a:solidFill>
                <a:schemeClr val="tx1"/>
              </a:solidFill>
              <a:effectLst/>
              <a:latin typeface="Lato" panose="020F0502020204030203" pitchFamily="34" charset="0"/>
              <a:ea typeface="Lato" panose="020F0502020204030203" pitchFamily="34" charset="0"/>
              <a:cs typeface="Lato" panose="020F0502020204030203" pitchFamily="34" charset="0"/>
            </a:endParaRPr>
          </a:p>
        </p:txBody>
      </p:sp>
      <p:sp>
        <p:nvSpPr>
          <p:cNvPr id="11" name="Google Shape;702;p26">
            <a:extLst>
              <a:ext uri="{FF2B5EF4-FFF2-40B4-BE49-F238E27FC236}">
                <a16:creationId xmlns:a16="http://schemas.microsoft.com/office/drawing/2014/main" id="{DA0A0A5E-3EE0-F879-03FF-DB0E0B7077D1}"/>
              </a:ext>
            </a:extLst>
          </p:cNvPr>
          <p:cNvSpPr/>
          <p:nvPr/>
        </p:nvSpPr>
        <p:spPr>
          <a:xfrm rot="1053742">
            <a:off x="-4276631" y="4504778"/>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51;p31">
            <a:extLst>
              <a:ext uri="{FF2B5EF4-FFF2-40B4-BE49-F238E27FC236}">
                <a16:creationId xmlns:a16="http://schemas.microsoft.com/office/drawing/2014/main" id="{2021D34C-4B36-7CB1-2AC9-707743A7FD3F}"/>
              </a:ext>
            </a:extLst>
          </p:cNvPr>
          <p:cNvSpPr txBox="1">
            <a:spLocks/>
          </p:cNvSpPr>
          <p:nvPr/>
        </p:nvSpPr>
        <p:spPr>
          <a:xfrm>
            <a:off x="604434" y="-704919"/>
            <a:ext cx="77040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IN"/>
              <a:t>Database Schema(class diagram)</a:t>
            </a:r>
          </a:p>
        </p:txBody>
      </p:sp>
      <p:pic>
        <p:nvPicPr>
          <p:cNvPr id="2" name="Picture 1">
            <a:extLst>
              <a:ext uri="{FF2B5EF4-FFF2-40B4-BE49-F238E27FC236}">
                <a16:creationId xmlns:a16="http://schemas.microsoft.com/office/drawing/2014/main" id="{68F70446-19FC-55F0-DBD0-84A5AC762A83}"/>
              </a:ext>
            </a:extLst>
          </p:cNvPr>
          <p:cNvPicPr>
            <a:picLocks noChangeAspect="1"/>
          </p:cNvPicPr>
          <p:nvPr/>
        </p:nvPicPr>
        <p:blipFill>
          <a:blip r:embed="rId3"/>
          <a:stretch>
            <a:fillRect/>
          </a:stretch>
        </p:blipFill>
        <p:spPr>
          <a:xfrm>
            <a:off x="-5810747" y="731375"/>
            <a:ext cx="5152114" cy="4181911"/>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9">
          <a:extLst>
            <a:ext uri="{FF2B5EF4-FFF2-40B4-BE49-F238E27FC236}">
              <a16:creationId xmlns:a16="http://schemas.microsoft.com/office/drawing/2014/main" id="{FBA8772F-8722-B3E2-2ABA-C1D27A193A42}"/>
            </a:ext>
          </a:extLst>
        </p:cNvPr>
        <p:cNvGrpSpPr/>
        <p:nvPr/>
      </p:nvGrpSpPr>
      <p:grpSpPr>
        <a:xfrm>
          <a:off x="0" y="0"/>
          <a:ext cx="0" cy="0"/>
          <a:chOff x="0" y="0"/>
          <a:chExt cx="0" cy="0"/>
        </a:xfrm>
      </p:grpSpPr>
      <p:sp>
        <p:nvSpPr>
          <p:cNvPr id="1051" name="Google Shape;1051;p31">
            <a:extLst>
              <a:ext uri="{FF2B5EF4-FFF2-40B4-BE49-F238E27FC236}">
                <a16:creationId xmlns:a16="http://schemas.microsoft.com/office/drawing/2014/main" id="{3213066E-6798-305E-4882-D4F5F49B53DB}"/>
              </a:ext>
            </a:extLst>
          </p:cNvPr>
          <p:cNvSpPr txBox="1">
            <a:spLocks noGrp="1"/>
          </p:cNvSpPr>
          <p:nvPr>
            <p:ph type="title"/>
          </p:nvPr>
        </p:nvSpPr>
        <p:spPr>
          <a:xfrm>
            <a:off x="720000" y="158507"/>
            <a:ext cx="7704000" cy="572700"/>
          </a:xfrm>
          <a:prstGeom prst="rect">
            <a:avLst/>
          </a:prstGeom>
        </p:spPr>
        <p:txBody>
          <a:bodyPr spcFirstLastPara="1" wrap="square" lIns="91425" tIns="91425" rIns="91425" bIns="91425" anchor="t" anchorCtr="0">
            <a:noAutofit/>
          </a:bodyPr>
          <a:lstStyle/>
          <a:p>
            <a:pPr lvl="0"/>
            <a:r>
              <a:rPr lang="en-IN"/>
              <a:t>Database Schema(class diagram)</a:t>
            </a:r>
            <a:endParaRPr/>
          </a:p>
        </p:txBody>
      </p:sp>
      <p:pic>
        <p:nvPicPr>
          <p:cNvPr id="2" name="Picture 1">
            <a:extLst>
              <a:ext uri="{FF2B5EF4-FFF2-40B4-BE49-F238E27FC236}">
                <a16:creationId xmlns:a16="http://schemas.microsoft.com/office/drawing/2014/main" id="{9BB1E448-98BF-D882-35E5-2DC4FAE53214}"/>
              </a:ext>
            </a:extLst>
          </p:cNvPr>
          <p:cNvPicPr>
            <a:picLocks noChangeAspect="1"/>
          </p:cNvPicPr>
          <p:nvPr/>
        </p:nvPicPr>
        <p:blipFill>
          <a:blip r:embed="rId3"/>
          <a:stretch>
            <a:fillRect/>
          </a:stretch>
        </p:blipFill>
        <p:spPr>
          <a:xfrm>
            <a:off x="-6974150" y="1469823"/>
            <a:ext cx="6056134" cy="3406575"/>
          </a:xfrm>
          <a:prstGeom prst="rect">
            <a:avLst/>
          </a:prstGeom>
        </p:spPr>
      </p:pic>
      <p:pic>
        <p:nvPicPr>
          <p:cNvPr id="4" name="Picture 3">
            <a:extLst>
              <a:ext uri="{FF2B5EF4-FFF2-40B4-BE49-F238E27FC236}">
                <a16:creationId xmlns:a16="http://schemas.microsoft.com/office/drawing/2014/main" id="{3BF444BA-6737-DD8E-1835-4269109F3DB6}"/>
              </a:ext>
            </a:extLst>
          </p:cNvPr>
          <p:cNvPicPr>
            <a:picLocks noChangeAspect="1"/>
          </p:cNvPicPr>
          <p:nvPr/>
        </p:nvPicPr>
        <p:blipFill>
          <a:blip r:embed="rId4"/>
          <a:stretch>
            <a:fillRect/>
          </a:stretch>
        </p:blipFill>
        <p:spPr>
          <a:xfrm>
            <a:off x="2083573" y="824733"/>
            <a:ext cx="5152114" cy="4181911"/>
          </a:xfrm>
          <a:prstGeom prst="rect">
            <a:avLst/>
          </a:prstGeom>
        </p:spPr>
      </p:pic>
    </p:spTree>
    <p:extLst>
      <p:ext uri="{BB962C8B-B14F-4D97-AF65-F5344CB8AC3E}">
        <p14:creationId xmlns:p14="http://schemas.microsoft.com/office/powerpoint/2010/main" val="3214927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5FADB92B-A934-994F-10C2-6FC322EA0163}"/>
            </a:ext>
          </a:extLst>
        </p:cNvPr>
        <p:cNvGrpSpPr/>
        <p:nvPr/>
      </p:nvGrpSpPr>
      <p:grpSpPr>
        <a:xfrm>
          <a:off x="0" y="0"/>
          <a:ext cx="0" cy="0"/>
          <a:chOff x="0" y="0"/>
          <a:chExt cx="0" cy="0"/>
        </a:xfrm>
      </p:grpSpPr>
      <p:sp>
        <p:nvSpPr>
          <p:cNvPr id="913" name="Google Shape;913;p29">
            <a:extLst>
              <a:ext uri="{FF2B5EF4-FFF2-40B4-BE49-F238E27FC236}">
                <a16:creationId xmlns:a16="http://schemas.microsoft.com/office/drawing/2014/main" id="{EDA92AAD-0EC6-F20C-EEBE-427BC02A9795}"/>
              </a:ext>
            </a:extLst>
          </p:cNvPr>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A39D7376-ED8B-2F88-77AD-B88745ED8109}"/>
              </a:ext>
            </a:extLst>
          </p:cNvPr>
          <p:cNvSpPr txBox="1">
            <a:spLocks noGrp="1"/>
          </p:cNvSpPr>
          <p:nvPr>
            <p:ph type="title"/>
          </p:nvPr>
        </p:nvSpPr>
        <p:spPr>
          <a:xfrm>
            <a:off x="627503" y="-79965"/>
            <a:ext cx="9832931" cy="1182896"/>
          </a:xfrm>
          <a:prstGeom prst="rect">
            <a:avLst/>
          </a:prstGeom>
        </p:spPr>
        <p:txBody>
          <a:bodyPr spcFirstLastPara="1" wrap="square" lIns="91425" tIns="91425" rIns="91425" bIns="91425" anchor="b" anchorCtr="0">
            <a:noAutofit/>
          </a:bodyPr>
          <a:lstStyle/>
          <a:p>
            <a:r>
              <a:rPr lang="en-US"/>
              <a:t>Output Screens:</a:t>
            </a:r>
          </a:p>
        </p:txBody>
      </p:sp>
      <p:pic>
        <p:nvPicPr>
          <p:cNvPr id="3" name="Picture 2">
            <a:extLst>
              <a:ext uri="{FF2B5EF4-FFF2-40B4-BE49-F238E27FC236}">
                <a16:creationId xmlns:a16="http://schemas.microsoft.com/office/drawing/2014/main" id="{F74B0B0E-8070-E5A6-45C7-0437A330F645}"/>
              </a:ext>
            </a:extLst>
          </p:cNvPr>
          <p:cNvPicPr>
            <a:picLocks noChangeAspect="1"/>
          </p:cNvPicPr>
          <p:nvPr/>
        </p:nvPicPr>
        <p:blipFill>
          <a:blip r:embed="rId3"/>
          <a:stretch>
            <a:fillRect/>
          </a:stretch>
        </p:blipFill>
        <p:spPr>
          <a:xfrm>
            <a:off x="10221733" y="672333"/>
            <a:ext cx="5152114" cy="4181911"/>
          </a:xfrm>
          <a:prstGeom prst="rect">
            <a:avLst/>
          </a:prstGeom>
        </p:spPr>
      </p:pic>
      <p:sp>
        <p:nvSpPr>
          <p:cNvPr id="6" name="Google Shape;915;p29">
            <a:extLst>
              <a:ext uri="{FF2B5EF4-FFF2-40B4-BE49-F238E27FC236}">
                <a16:creationId xmlns:a16="http://schemas.microsoft.com/office/drawing/2014/main" id="{E50E0445-A7BB-4EF1-62E2-4130C86C85ED}"/>
              </a:ext>
            </a:extLst>
          </p:cNvPr>
          <p:cNvSpPr txBox="1">
            <a:spLocks noGrp="1"/>
          </p:cNvSpPr>
          <p:nvPr>
            <p:ph type="subTitle" idx="1"/>
          </p:nvPr>
        </p:nvSpPr>
        <p:spPr>
          <a:xfrm>
            <a:off x="1170493" y="4009836"/>
            <a:ext cx="4849307" cy="759164"/>
          </a:xfrm>
          <a:prstGeom prst="rect">
            <a:avLst/>
          </a:prstGeom>
        </p:spPr>
        <p:txBody>
          <a:bodyPr spcFirstLastPara="1" wrap="square" lIns="91425" tIns="91425" rIns="91425" bIns="91425" anchor="t" anchorCtr="0">
            <a:noAutofit/>
          </a:bodyPr>
          <a:lstStyle/>
          <a:p>
            <a:pPr algn="just"/>
            <a:r>
              <a:rPr lang="en-US" sz="1400" dirty="0"/>
              <a:t>Register form with username, password, email and role details…</a:t>
            </a:r>
          </a:p>
        </p:txBody>
      </p:sp>
      <p:pic>
        <p:nvPicPr>
          <p:cNvPr id="8" name="Picture 7">
            <a:extLst>
              <a:ext uri="{FF2B5EF4-FFF2-40B4-BE49-F238E27FC236}">
                <a16:creationId xmlns:a16="http://schemas.microsoft.com/office/drawing/2014/main" id="{DADC489F-3737-BE5A-7AE7-40468E2B5257}"/>
              </a:ext>
            </a:extLst>
          </p:cNvPr>
          <p:cNvPicPr>
            <a:picLocks noChangeAspect="1"/>
          </p:cNvPicPr>
          <p:nvPr/>
        </p:nvPicPr>
        <p:blipFill>
          <a:blip r:embed="rId4"/>
          <a:srcRect t="4885"/>
          <a:stretch>
            <a:fillRect/>
          </a:stretch>
        </p:blipFill>
        <p:spPr>
          <a:xfrm>
            <a:off x="638550" y="1102931"/>
            <a:ext cx="5095110" cy="2725985"/>
          </a:xfrm>
          <a:prstGeom prst="rect">
            <a:avLst/>
          </a:prstGeom>
        </p:spPr>
      </p:pic>
      <p:pic>
        <p:nvPicPr>
          <p:cNvPr id="10" name="Picture 9">
            <a:extLst>
              <a:ext uri="{FF2B5EF4-FFF2-40B4-BE49-F238E27FC236}">
                <a16:creationId xmlns:a16="http://schemas.microsoft.com/office/drawing/2014/main" id="{D22E267C-11D9-CCE0-FE2F-C74A28A8FAC1}"/>
              </a:ext>
            </a:extLst>
          </p:cNvPr>
          <p:cNvPicPr>
            <a:picLocks noChangeAspect="1"/>
          </p:cNvPicPr>
          <p:nvPr/>
        </p:nvPicPr>
        <p:blipFill>
          <a:blip r:embed="rId5"/>
          <a:stretch>
            <a:fillRect/>
          </a:stretch>
        </p:blipFill>
        <p:spPr>
          <a:xfrm>
            <a:off x="6142383" y="1068846"/>
            <a:ext cx="2374114" cy="2760070"/>
          </a:xfrm>
          <a:prstGeom prst="rect">
            <a:avLst/>
          </a:prstGeom>
        </p:spPr>
      </p:pic>
      <p:sp>
        <p:nvSpPr>
          <p:cNvPr id="11" name="Google Shape;915;p29">
            <a:extLst>
              <a:ext uri="{FF2B5EF4-FFF2-40B4-BE49-F238E27FC236}">
                <a16:creationId xmlns:a16="http://schemas.microsoft.com/office/drawing/2014/main" id="{06644952-FA85-EE95-8323-929B6E4CCC30}"/>
              </a:ext>
            </a:extLst>
          </p:cNvPr>
          <p:cNvSpPr txBox="1">
            <a:spLocks/>
          </p:cNvSpPr>
          <p:nvPr/>
        </p:nvSpPr>
        <p:spPr>
          <a:xfrm>
            <a:off x="6740760" y="3892455"/>
            <a:ext cx="4849307" cy="7591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Nunito Light"/>
              <a:buChar char="●"/>
              <a:defRPr sz="1200" b="0" i="0" u="none" strike="noStrike" cap="none">
                <a:solidFill>
                  <a:schemeClr val="dk1"/>
                </a:solidFill>
                <a:latin typeface="Lato"/>
                <a:ea typeface="Lato"/>
                <a:cs typeface="Lato"/>
                <a:sym typeface="Lato"/>
              </a:defRPr>
            </a:lvl1pPr>
            <a:lvl2pPr marL="914400" marR="0" lvl="1"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2pPr>
            <a:lvl3pPr marL="1371600" marR="0" lvl="2"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3pPr>
            <a:lvl4pPr marL="1828800" marR="0" lvl="3"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4pPr>
            <a:lvl5pPr marL="2286000" marR="0" lvl="4" indent="-304800" algn="ctr" rtl="0">
              <a:lnSpc>
                <a:spcPct val="100000"/>
              </a:lnSpc>
              <a:spcBef>
                <a:spcPts val="0"/>
              </a:spcBef>
              <a:spcAft>
                <a:spcPts val="0"/>
              </a:spcAft>
              <a:buClr>
                <a:srgbClr val="E76A28"/>
              </a:buClr>
              <a:buSzPts val="1200"/>
              <a:buFont typeface="Nunito Light"/>
              <a:buChar char="○"/>
              <a:defRPr sz="1200" b="0" i="0" u="none" strike="noStrike" cap="none">
                <a:solidFill>
                  <a:schemeClr val="dk1"/>
                </a:solidFill>
                <a:latin typeface="Lato"/>
                <a:ea typeface="Lato"/>
                <a:cs typeface="Lato"/>
                <a:sym typeface="Lato"/>
              </a:defRPr>
            </a:lvl5pPr>
            <a:lvl6pPr marL="2743200" marR="0" lvl="5"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6pPr>
            <a:lvl7pPr marL="3200400" marR="0" lvl="6"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7pPr>
            <a:lvl8pPr marL="3657600" marR="0" lvl="7"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8pPr>
            <a:lvl9pPr marL="4114800" marR="0" lvl="8" indent="-304800" algn="ctr" rtl="0">
              <a:lnSpc>
                <a:spcPct val="100000"/>
              </a:lnSpc>
              <a:spcBef>
                <a:spcPts val="0"/>
              </a:spcBef>
              <a:spcAft>
                <a:spcPts val="0"/>
              </a:spcAft>
              <a:buClr>
                <a:srgbClr val="999999"/>
              </a:buClr>
              <a:buSzPts val="1200"/>
              <a:buFont typeface="Nunito Light"/>
              <a:buChar char="■"/>
              <a:defRPr sz="1200" b="0" i="0" u="none" strike="noStrike" cap="none">
                <a:solidFill>
                  <a:schemeClr val="dk1"/>
                </a:solidFill>
                <a:latin typeface="Lato"/>
                <a:ea typeface="Lato"/>
                <a:cs typeface="Lato"/>
                <a:sym typeface="Lato"/>
              </a:defRPr>
            </a:lvl9pPr>
          </a:lstStyle>
          <a:p>
            <a:pPr algn="just"/>
            <a:r>
              <a:rPr lang="en-US" sz="1400" dirty="0"/>
              <a:t>Login</a:t>
            </a:r>
          </a:p>
        </p:txBody>
      </p:sp>
    </p:spTree>
    <p:extLst>
      <p:ext uri="{BB962C8B-B14F-4D97-AF65-F5344CB8AC3E}">
        <p14:creationId xmlns:p14="http://schemas.microsoft.com/office/powerpoint/2010/main" val="38703702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2E8431B1-462A-A0D9-C9CA-9E354B2C30E4}"/>
            </a:ext>
          </a:extLst>
        </p:cNvPr>
        <p:cNvGrpSpPr/>
        <p:nvPr/>
      </p:nvGrpSpPr>
      <p:grpSpPr>
        <a:xfrm>
          <a:off x="0" y="0"/>
          <a:ext cx="0" cy="0"/>
          <a:chOff x="0" y="0"/>
          <a:chExt cx="0" cy="0"/>
        </a:xfrm>
      </p:grpSpPr>
      <p:sp>
        <p:nvSpPr>
          <p:cNvPr id="913" name="Google Shape;913;p29">
            <a:extLst>
              <a:ext uri="{FF2B5EF4-FFF2-40B4-BE49-F238E27FC236}">
                <a16:creationId xmlns:a16="http://schemas.microsoft.com/office/drawing/2014/main" id="{56946092-70CC-8DEF-FC9E-4505CA256DEB}"/>
              </a:ext>
            </a:extLst>
          </p:cNvPr>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1CC992B4-CB4D-8390-B2BE-4FDE554727F4}"/>
              </a:ext>
            </a:extLst>
          </p:cNvPr>
          <p:cNvSpPr txBox="1">
            <a:spLocks noGrp="1"/>
          </p:cNvSpPr>
          <p:nvPr>
            <p:ph type="title"/>
          </p:nvPr>
        </p:nvSpPr>
        <p:spPr>
          <a:xfrm>
            <a:off x="627503" y="-79965"/>
            <a:ext cx="9832931" cy="1182896"/>
          </a:xfrm>
          <a:prstGeom prst="rect">
            <a:avLst/>
          </a:prstGeom>
        </p:spPr>
        <p:txBody>
          <a:bodyPr spcFirstLastPara="1" wrap="square" lIns="91425" tIns="91425" rIns="91425" bIns="91425" anchor="b" anchorCtr="0">
            <a:noAutofit/>
          </a:bodyPr>
          <a:lstStyle/>
          <a:p>
            <a:r>
              <a:rPr lang="en-US"/>
              <a:t>Output Screens:</a:t>
            </a:r>
          </a:p>
        </p:txBody>
      </p:sp>
      <p:pic>
        <p:nvPicPr>
          <p:cNvPr id="8" name="Picture 7">
            <a:extLst>
              <a:ext uri="{FF2B5EF4-FFF2-40B4-BE49-F238E27FC236}">
                <a16:creationId xmlns:a16="http://schemas.microsoft.com/office/drawing/2014/main" id="{84804642-8219-0A3C-4DAF-2E0846CFCB8D}"/>
              </a:ext>
            </a:extLst>
          </p:cNvPr>
          <p:cNvPicPr>
            <a:picLocks noChangeAspect="1"/>
          </p:cNvPicPr>
          <p:nvPr/>
        </p:nvPicPr>
        <p:blipFill>
          <a:blip r:embed="rId3"/>
          <a:stretch>
            <a:fillRect/>
          </a:stretch>
        </p:blipFill>
        <p:spPr>
          <a:xfrm>
            <a:off x="3908952" y="877992"/>
            <a:ext cx="4695987" cy="2640422"/>
          </a:xfrm>
          <a:prstGeom prst="rect">
            <a:avLst/>
          </a:prstGeom>
        </p:spPr>
      </p:pic>
      <p:pic>
        <p:nvPicPr>
          <p:cNvPr id="10" name="Picture 9">
            <a:extLst>
              <a:ext uri="{FF2B5EF4-FFF2-40B4-BE49-F238E27FC236}">
                <a16:creationId xmlns:a16="http://schemas.microsoft.com/office/drawing/2014/main" id="{C7F448CB-96D6-7718-DDC1-CABCCEECB2F0}"/>
              </a:ext>
            </a:extLst>
          </p:cNvPr>
          <p:cNvPicPr>
            <a:picLocks noChangeAspect="1"/>
          </p:cNvPicPr>
          <p:nvPr/>
        </p:nvPicPr>
        <p:blipFill>
          <a:blip r:embed="rId4"/>
          <a:srcRect t="43830" b="15055"/>
          <a:stretch>
            <a:fillRect/>
          </a:stretch>
        </p:blipFill>
        <p:spPr>
          <a:xfrm>
            <a:off x="3908952" y="3722486"/>
            <a:ext cx="4695987" cy="1086044"/>
          </a:xfrm>
          <a:prstGeom prst="rect">
            <a:avLst/>
          </a:prstGeom>
        </p:spPr>
      </p:pic>
      <p:sp>
        <p:nvSpPr>
          <p:cNvPr id="11" name="Google Shape;915;p29">
            <a:extLst>
              <a:ext uri="{FF2B5EF4-FFF2-40B4-BE49-F238E27FC236}">
                <a16:creationId xmlns:a16="http://schemas.microsoft.com/office/drawing/2014/main" id="{9EB7CE2D-9069-689E-292D-1029BDB1BA03}"/>
              </a:ext>
            </a:extLst>
          </p:cNvPr>
          <p:cNvSpPr txBox="1">
            <a:spLocks noGrp="1"/>
          </p:cNvSpPr>
          <p:nvPr>
            <p:ph type="subTitle" idx="1"/>
          </p:nvPr>
        </p:nvSpPr>
        <p:spPr>
          <a:xfrm>
            <a:off x="480564" y="1904596"/>
            <a:ext cx="3145785" cy="1717337"/>
          </a:xfrm>
          <a:prstGeom prst="rect">
            <a:avLst/>
          </a:prstGeom>
        </p:spPr>
        <p:txBody>
          <a:bodyPr spcFirstLastPara="1" wrap="square" lIns="91425" tIns="91425" rIns="91425" bIns="91425" anchor="t" anchorCtr="0">
            <a:noAutofit/>
          </a:bodyPr>
          <a:lstStyle/>
          <a:p>
            <a:pPr algn="just"/>
            <a:r>
              <a:rPr lang="en-US" sz="1400" b="1" dirty="0"/>
              <a:t>Customer Dashboard:</a:t>
            </a:r>
          </a:p>
          <a:p>
            <a:pPr lvl="1" algn="just"/>
            <a:r>
              <a:rPr lang="en-US" sz="1400" dirty="0"/>
              <a:t>User can see available agents</a:t>
            </a:r>
          </a:p>
          <a:p>
            <a:pPr lvl="1" algn="just"/>
            <a:r>
              <a:rPr lang="en-US" sz="1400" dirty="0"/>
              <a:t>He can book the appointments</a:t>
            </a:r>
          </a:p>
          <a:p>
            <a:pPr lvl="1" algn="just"/>
            <a:r>
              <a:rPr lang="en-US" sz="1400" dirty="0"/>
              <a:t>Can see his appointments</a:t>
            </a:r>
          </a:p>
          <a:p>
            <a:pPr lvl="1" algn="just"/>
            <a:r>
              <a:rPr lang="en-US" sz="1400" dirty="0"/>
              <a:t>And insurance plans</a:t>
            </a:r>
          </a:p>
        </p:txBody>
      </p:sp>
    </p:spTree>
    <p:extLst>
      <p:ext uri="{BB962C8B-B14F-4D97-AF65-F5344CB8AC3E}">
        <p14:creationId xmlns:p14="http://schemas.microsoft.com/office/powerpoint/2010/main" val="247161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64FA22E4-246E-7D11-4C6D-4265CB21E61D}"/>
            </a:ext>
          </a:extLst>
        </p:cNvPr>
        <p:cNvGrpSpPr/>
        <p:nvPr/>
      </p:nvGrpSpPr>
      <p:grpSpPr>
        <a:xfrm>
          <a:off x="0" y="0"/>
          <a:ext cx="0" cy="0"/>
          <a:chOff x="0" y="0"/>
          <a:chExt cx="0" cy="0"/>
        </a:xfrm>
      </p:grpSpPr>
      <p:sp>
        <p:nvSpPr>
          <p:cNvPr id="913" name="Google Shape;913;p29">
            <a:extLst>
              <a:ext uri="{FF2B5EF4-FFF2-40B4-BE49-F238E27FC236}">
                <a16:creationId xmlns:a16="http://schemas.microsoft.com/office/drawing/2014/main" id="{90217980-D2E0-7E02-1279-EC6B3D386BDF}"/>
              </a:ext>
            </a:extLst>
          </p:cNvPr>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CA13241C-8A12-5F5A-1566-C27FB0B57165}"/>
              </a:ext>
            </a:extLst>
          </p:cNvPr>
          <p:cNvSpPr txBox="1">
            <a:spLocks noGrp="1"/>
          </p:cNvSpPr>
          <p:nvPr>
            <p:ph type="title"/>
          </p:nvPr>
        </p:nvSpPr>
        <p:spPr>
          <a:xfrm>
            <a:off x="627503" y="-79965"/>
            <a:ext cx="9832931" cy="1182896"/>
          </a:xfrm>
          <a:prstGeom prst="rect">
            <a:avLst/>
          </a:prstGeom>
        </p:spPr>
        <p:txBody>
          <a:bodyPr spcFirstLastPara="1" wrap="square" lIns="91425" tIns="91425" rIns="91425" bIns="91425" anchor="b" anchorCtr="0">
            <a:noAutofit/>
          </a:bodyPr>
          <a:lstStyle/>
          <a:p>
            <a:r>
              <a:rPr lang="en-US"/>
              <a:t>Output Screens:</a:t>
            </a:r>
          </a:p>
        </p:txBody>
      </p:sp>
      <p:pic>
        <p:nvPicPr>
          <p:cNvPr id="6" name="Picture 5">
            <a:extLst>
              <a:ext uri="{FF2B5EF4-FFF2-40B4-BE49-F238E27FC236}">
                <a16:creationId xmlns:a16="http://schemas.microsoft.com/office/drawing/2014/main" id="{0F5C0495-1F04-972A-AF08-CF9799088736}"/>
              </a:ext>
            </a:extLst>
          </p:cNvPr>
          <p:cNvPicPr>
            <a:picLocks noChangeAspect="1"/>
          </p:cNvPicPr>
          <p:nvPr/>
        </p:nvPicPr>
        <p:blipFill>
          <a:blip r:embed="rId3"/>
          <a:srcRect l="72891" t="27729" r="5798" b="12042"/>
          <a:stretch>
            <a:fillRect/>
          </a:stretch>
        </p:blipFill>
        <p:spPr>
          <a:xfrm>
            <a:off x="5765370" y="720670"/>
            <a:ext cx="2518474" cy="4003730"/>
          </a:xfrm>
          <a:prstGeom prst="rect">
            <a:avLst/>
          </a:prstGeom>
        </p:spPr>
      </p:pic>
      <p:sp>
        <p:nvSpPr>
          <p:cNvPr id="7" name="Google Shape;915;p29">
            <a:extLst>
              <a:ext uri="{FF2B5EF4-FFF2-40B4-BE49-F238E27FC236}">
                <a16:creationId xmlns:a16="http://schemas.microsoft.com/office/drawing/2014/main" id="{A83C0C11-3096-90EA-D7F9-3A88B0C2C7B8}"/>
              </a:ext>
            </a:extLst>
          </p:cNvPr>
          <p:cNvSpPr txBox="1">
            <a:spLocks noGrp="1"/>
          </p:cNvSpPr>
          <p:nvPr>
            <p:ph type="subTitle" idx="1"/>
          </p:nvPr>
        </p:nvSpPr>
        <p:spPr>
          <a:xfrm>
            <a:off x="627503" y="1625625"/>
            <a:ext cx="4300663" cy="2915377"/>
          </a:xfrm>
          <a:prstGeom prst="rect">
            <a:avLst/>
          </a:prstGeom>
        </p:spPr>
        <p:txBody>
          <a:bodyPr spcFirstLastPara="1" wrap="square" lIns="91425" tIns="91425" rIns="91425" bIns="91425" anchor="t" anchorCtr="0">
            <a:noAutofit/>
          </a:bodyPr>
          <a:lstStyle/>
          <a:p>
            <a:pPr algn="just"/>
            <a:r>
              <a:rPr lang="en-US" sz="1400" b="1" dirty="0"/>
              <a:t>Customer Dashboard</a:t>
            </a:r>
            <a:r>
              <a:rPr lang="en-US" sz="1400" b="1" dirty="0">
                <a:sym typeface="Wingdings" panose="05000000000000000000" pitchFamily="2" charset="2"/>
              </a:rPr>
              <a:t>(Ai chatbot with </a:t>
            </a:r>
            <a:r>
              <a:rPr lang="en-US" sz="1400" b="1" dirty="0" err="1">
                <a:sym typeface="Wingdings" panose="05000000000000000000" pitchFamily="2" charset="2"/>
              </a:rPr>
              <a:t>gemini</a:t>
            </a:r>
            <a:r>
              <a:rPr lang="en-US" sz="1400" b="1" dirty="0">
                <a:sym typeface="Wingdings" panose="05000000000000000000" pitchFamily="2" charset="2"/>
              </a:rPr>
              <a:t> API)</a:t>
            </a:r>
            <a:endParaRPr lang="en-US" sz="1400" b="1" dirty="0"/>
          </a:p>
          <a:p>
            <a:pPr lvl="1" algn="just"/>
            <a:r>
              <a:rPr lang="en-US" dirty="0"/>
              <a:t>Uses the Web Speech API (</a:t>
            </a:r>
            <a:r>
              <a:rPr lang="en-US" dirty="0" err="1"/>
              <a:t>SpeechRecognition</a:t>
            </a:r>
            <a:r>
              <a:rPr lang="en-US" dirty="0"/>
              <a:t>) to capture voice input in “</a:t>
            </a:r>
            <a:r>
              <a:rPr lang="en-US" dirty="0" err="1"/>
              <a:t>en</a:t>
            </a:r>
            <a:r>
              <a:rPr lang="en-US" dirty="0"/>
              <a:t>-US” when the mic button is clicked.</a:t>
            </a:r>
          </a:p>
          <a:p>
            <a:pPr marL="609600" lvl="1" indent="0" algn="just">
              <a:buNone/>
            </a:pPr>
            <a:endParaRPr lang="en-US" dirty="0"/>
          </a:p>
          <a:p>
            <a:pPr lvl="1" algn="just"/>
            <a:r>
              <a:rPr lang="en-US" dirty="0"/>
              <a:t>Converts detected speech to text via the browser’s speech engine and stores it in the input field.</a:t>
            </a:r>
          </a:p>
          <a:p>
            <a:pPr marL="609600" lvl="1" indent="0" algn="just">
              <a:buNone/>
            </a:pPr>
            <a:endParaRPr lang="en-US" dirty="0"/>
          </a:p>
          <a:p>
            <a:pPr lvl="1" algn="just"/>
            <a:r>
              <a:rPr lang="en-US" dirty="0"/>
              <a:t>Sends the text to the backend using the Gemini-2.0-flash-001 model (Google </a:t>
            </a:r>
            <a:r>
              <a:rPr lang="en-US" dirty="0" err="1"/>
              <a:t>GenerativeLanguage</a:t>
            </a:r>
            <a:r>
              <a:rPr lang="en-US" dirty="0"/>
              <a:t> API) to generate and return a JSON-parsed response.</a:t>
            </a:r>
          </a:p>
          <a:p>
            <a:pPr lvl="1" algn="just"/>
            <a:endParaRPr lang="en-US" dirty="0"/>
          </a:p>
        </p:txBody>
      </p:sp>
    </p:spTree>
    <p:extLst>
      <p:ext uri="{BB962C8B-B14F-4D97-AF65-F5344CB8AC3E}">
        <p14:creationId xmlns:p14="http://schemas.microsoft.com/office/powerpoint/2010/main" val="13037667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0C2A7313-DDDA-AD9F-06E1-915B022C0AE5}"/>
            </a:ext>
          </a:extLst>
        </p:cNvPr>
        <p:cNvGrpSpPr/>
        <p:nvPr/>
      </p:nvGrpSpPr>
      <p:grpSpPr>
        <a:xfrm>
          <a:off x="0" y="0"/>
          <a:ext cx="0" cy="0"/>
          <a:chOff x="0" y="0"/>
          <a:chExt cx="0" cy="0"/>
        </a:xfrm>
      </p:grpSpPr>
      <p:sp>
        <p:nvSpPr>
          <p:cNvPr id="913" name="Google Shape;913;p29">
            <a:extLst>
              <a:ext uri="{FF2B5EF4-FFF2-40B4-BE49-F238E27FC236}">
                <a16:creationId xmlns:a16="http://schemas.microsoft.com/office/drawing/2014/main" id="{0535E583-6AC1-01A6-D7BA-97602CF56B6B}"/>
              </a:ext>
            </a:extLst>
          </p:cNvPr>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1920091E-CD82-F018-CC02-EE70C7E7874A}"/>
              </a:ext>
            </a:extLst>
          </p:cNvPr>
          <p:cNvSpPr txBox="1">
            <a:spLocks noGrp="1"/>
          </p:cNvSpPr>
          <p:nvPr>
            <p:ph type="title"/>
          </p:nvPr>
        </p:nvSpPr>
        <p:spPr>
          <a:xfrm>
            <a:off x="627503" y="-79965"/>
            <a:ext cx="9832931" cy="1182896"/>
          </a:xfrm>
          <a:prstGeom prst="rect">
            <a:avLst/>
          </a:prstGeom>
        </p:spPr>
        <p:txBody>
          <a:bodyPr spcFirstLastPara="1" wrap="square" lIns="91425" tIns="91425" rIns="91425" bIns="91425" anchor="b" anchorCtr="0">
            <a:noAutofit/>
          </a:bodyPr>
          <a:lstStyle/>
          <a:p>
            <a:r>
              <a:rPr lang="en-US"/>
              <a:t>Output Screens:</a:t>
            </a:r>
          </a:p>
        </p:txBody>
      </p:sp>
      <p:pic>
        <p:nvPicPr>
          <p:cNvPr id="6" name="Picture 5">
            <a:extLst>
              <a:ext uri="{FF2B5EF4-FFF2-40B4-BE49-F238E27FC236}">
                <a16:creationId xmlns:a16="http://schemas.microsoft.com/office/drawing/2014/main" id="{F0DD528B-AEB5-00D6-1708-4E24A7BB2345}"/>
              </a:ext>
            </a:extLst>
          </p:cNvPr>
          <p:cNvPicPr>
            <a:picLocks noChangeAspect="1"/>
          </p:cNvPicPr>
          <p:nvPr/>
        </p:nvPicPr>
        <p:blipFill>
          <a:blip r:embed="rId3"/>
          <a:stretch>
            <a:fillRect/>
          </a:stretch>
        </p:blipFill>
        <p:spPr>
          <a:xfrm>
            <a:off x="3642101" y="1214080"/>
            <a:ext cx="5257893" cy="2957564"/>
          </a:xfrm>
          <a:prstGeom prst="rect">
            <a:avLst/>
          </a:prstGeom>
        </p:spPr>
      </p:pic>
      <p:sp>
        <p:nvSpPr>
          <p:cNvPr id="7" name="Google Shape;915;p29">
            <a:extLst>
              <a:ext uri="{FF2B5EF4-FFF2-40B4-BE49-F238E27FC236}">
                <a16:creationId xmlns:a16="http://schemas.microsoft.com/office/drawing/2014/main" id="{B5C9748A-807A-142C-00E3-4ABF1483C599}"/>
              </a:ext>
            </a:extLst>
          </p:cNvPr>
          <p:cNvSpPr txBox="1">
            <a:spLocks noGrp="1"/>
          </p:cNvSpPr>
          <p:nvPr>
            <p:ph type="subTitle" idx="1"/>
          </p:nvPr>
        </p:nvSpPr>
        <p:spPr>
          <a:xfrm>
            <a:off x="166514" y="1214080"/>
            <a:ext cx="3413594" cy="2915377"/>
          </a:xfrm>
          <a:prstGeom prst="rect">
            <a:avLst/>
          </a:prstGeom>
        </p:spPr>
        <p:txBody>
          <a:bodyPr spcFirstLastPara="1" wrap="square" lIns="91425" tIns="91425" rIns="91425" bIns="91425" anchor="t" anchorCtr="0">
            <a:noAutofit/>
          </a:bodyPr>
          <a:lstStyle/>
          <a:p>
            <a:pPr algn="just"/>
            <a:r>
              <a:rPr lang="en-US" sz="1400" b="1" dirty="0"/>
              <a:t>Admin Dashboard</a:t>
            </a:r>
          </a:p>
          <a:p>
            <a:pPr lvl="1" algn="just">
              <a:lnSpc>
                <a:spcPct val="150000"/>
              </a:lnSpc>
            </a:pPr>
            <a:r>
              <a:rPr lang="en-US" dirty="0"/>
              <a:t>Can manage users, agents, plans.</a:t>
            </a:r>
          </a:p>
          <a:p>
            <a:pPr lvl="1" algn="just">
              <a:lnSpc>
                <a:spcPct val="150000"/>
              </a:lnSpc>
            </a:pPr>
            <a:r>
              <a:rPr lang="en-US" dirty="0"/>
              <a:t>Can look into notification tracking </a:t>
            </a:r>
          </a:p>
          <a:p>
            <a:pPr lvl="1" algn="just">
              <a:lnSpc>
                <a:spcPct val="150000"/>
              </a:lnSpc>
            </a:pPr>
            <a:r>
              <a:rPr lang="en-US" dirty="0"/>
              <a:t>Can able to see the appointments scheduled .</a:t>
            </a:r>
          </a:p>
        </p:txBody>
      </p:sp>
    </p:spTree>
    <p:extLst>
      <p:ext uri="{BB962C8B-B14F-4D97-AF65-F5344CB8AC3E}">
        <p14:creationId xmlns:p14="http://schemas.microsoft.com/office/powerpoint/2010/main" val="14629374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D548D4C0-9911-E2A1-511B-21706E147C47}"/>
            </a:ext>
          </a:extLst>
        </p:cNvPr>
        <p:cNvGrpSpPr/>
        <p:nvPr/>
      </p:nvGrpSpPr>
      <p:grpSpPr>
        <a:xfrm>
          <a:off x="0" y="0"/>
          <a:ext cx="0" cy="0"/>
          <a:chOff x="0" y="0"/>
          <a:chExt cx="0" cy="0"/>
        </a:xfrm>
      </p:grpSpPr>
      <p:sp>
        <p:nvSpPr>
          <p:cNvPr id="913" name="Google Shape;913;p29">
            <a:extLst>
              <a:ext uri="{FF2B5EF4-FFF2-40B4-BE49-F238E27FC236}">
                <a16:creationId xmlns:a16="http://schemas.microsoft.com/office/drawing/2014/main" id="{8C57E142-32CB-1D2B-58ED-CDF870FE62A2}"/>
              </a:ext>
            </a:extLst>
          </p:cNvPr>
          <p:cNvSpPr/>
          <p:nvPr/>
        </p:nvSpPr>
        <p:spPr>
          <a:xfrm rot="4500170">
            <a:off x="4600402" y="7400"/>
            <a:ext cx="5575737" cy="4867271"/>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9">
            <a:extLst>
              <a:ext uri="{FF2B5EF4-FFF2-40B4-BE49-F238E27FC236}">
                <a16:creationId xmlns:a16="http://schemas.microsoft.com/office/drawing/2014/main" id="{DB2F9F98-4E8D-8F1A-D480-E1C039F72F48}"/>
              </a:ext>
            </a:extLst>
          </p:cNvPr>
          <p:cNvSpPr txBox="1">
            <a:spLocks noGrp="1"/>
          </p:cNvSpPr>
          <p:nvPr>
            <p:ph type="title"/>
          </p:nvPr>
        </p:nvSpPr>
        <p:spPr>
          <a:xfrm>
            <a:off x="627503" y="-79965"/>
            <a:ext cx="9832931" cy="1182896"/>
          </a:xfrm>
          <a:prstGeom prst="rect">
            <a:avLst/>
          </a:prstGeom>
        </p:spPr>
        <p:txBody>
          <a:bodyPr spcFirstLastPara="1" wrap="square" lIns="91425" tIns="91425" rIns="91425" bIns="91425" anchor="b" anchorCtr="0">
            <a:noAutofit/>
          </a:bodyPr>
          <a:lstStyle/>
          <a:p>
            <a:r>
              <a:rPr lang="en-US"/>
              <a:t>Output Screens:</a:t>
            </a:r>
          </a:p>
        </p:txBody>
      </p:sp>
      <p:sp>
        <p:nvSpPr>
          <p:cNvPr id="7" name="Google Shape;915;p29">
            <a:extLst>
              <a:ext uri="{FF2B5EF4-FFF2-40B4-BE49-F238E27FC236}">
                <a16:creationId xmlns:a16="http://schemas.microsoft.com/office/drawing/2014/main" id="{3795B4D8-2E6E-6477-8EF6-56E6C881CE14}"/>
              </a:ext>
            </a:extLst>
          </p:cNvPr>
          <p:cNvSpPr txBox="1">
            <a:spLocks noGrp="1"/>
          </p:cNvSpPr>
          <p:nvPr>
            <p:ph type="subTitle" idx="1"/>
          </p:nvPr>
        </p:nvSpPr>
        <p:spPr>
          <a:xfrm>
            <a:off x="892317" y="1043599"/>
            <a:ext cx="2770416" cy="2474516"/>
          </a:xfrm>
          <a:prstGeom prst="rect">
            <a:avLst/>
          </a:prstGeom>
        </p:spPr>
        <p:txBody>
          <a:bodyPr spcFirstLastPara="1" wrap="square" lIns="91425" tIns="91425" rIns="91425" bIns="91425" anchor="t" anchorCtr="0">
            <a:noAutofit/>
          </a:bodyPr>
          <a:lstStyle/>
          <a:p>
            <a:pPr algn="just"/>
            <a:r>
              <a:rPr lang="en-US" sz="1400" b="1" dirty="0"/>
              <a:t>Admin Dashboard</a:t>
            </a:r>
          </a:p>
          <a:p>
            <a:pPr lvl="1" algn="just">
              <a:lnSpc>
                <a:spcPct val="150000"/>
              </a:lnSpc>
            </a:pPr>
            <a:r>
              <a:rPr lang="en-US" dirty="0"/>
              <a:t>Visual dashboards are available in the appointments section in the admin dashboard</a:t>
            </a:r>
          </a:p>
        </p:txBody>
      </p:sp>
      <p:pic>
        <p:nvPicPr>
          <p:cNvPr id="3" name="Picture 2">
            <a:extLst>
              <a:ext uri="{FF2B5EF4-FFF2-40B4-BE49-F238E27FC236}">
                <a16:creationId xmlns:a16="http://schemas.microsoft.com/office/drawing/2014/main" id="{EF1F5AE4-0646-54E7-B2D7-49E1134EA4CD}"/>
              </a:ext>
            </a:extLst>
          </p:cNvPr>
          <p:cNvPicPr>
            <a:picLocks noChangeAspect="1"/>
          </p:cNvPicPr>
          <p:nvPr/>
        </p:nvPicPr>
        <p:blipFill>
          <a:blip r:embed="rId3"/>
          <a:srcRect l="9459" t="35207" r="11465" b="6208"/>
          <a:stretch>
            <a:fillRect/>
          </a:stretch>
        </p:blipFill>
        <p:spPr>
          <a:xfrm>
            <a:off x="4279515" y="2702466"/>
            <a:ext cx="4537221" cy="1890843"/>
          </a:xfrm>
          <a:prstGeom prst="rect">
            <a:avLst/>
          </a:prstGeom>
        </p:spPr>
      </p:pic>
      <p:pic>
        <p:nvPicPr>
          <p:cNvPr id="5" name="Picture 4">
            <a:extLst>
              <a:ext uri="{FF2B5EF4-FFF2-40B4-BE49-F238E27FC236}">
                <a16:creationId xmlns:a16="http://schemas.microsoft.com/office/drawing/2014/main" id="{BCC0B48C-93A2-B399-CB6D-2C39FB5DD320}"/>
              </a:ext>
            </a:extLst>
          </p:cNvPr>
          <p:cNvPicPr>
            <a:picLocks noChangeAspect="1"/>
          </p:cNvPicPr>
          <p:nvPr/>
        </p:nvPicPr>
        <p:blipFill>
          <a:blip r:embed="rId4"/>
          <a:srcRect l="7966" t="15669" r="10339" b="8098"/>
          <a:stretch>
            <a:fillRect/>
          </a:stretch>
        </p:blipFill>
        <p:spPr>
          <a:xfrm>
            <a:off x="4279515" y="209387"/>
            <a:ext cx="4500629" cy="2362363"/>
          </a:xfrm>
          <a:prstGeom prst="rect">
            <a:avLst/>
          </a:prstGeom>
        </p:spPr>
      </p:pic>
      <p:pic>
        <p:nvPicPr>
          <p:cNvPr id="11" name="Picture 10">
            <a:extLst>
              <a:ext uri="{FF2B5EF4-FFF2-40B4-BE49-F238E27FC236}">
                <a16:creationId xmlns:a16="http://schemas.microsoft.com/office/drawing/2014/main" id="{4CC8C213-14B7-6EA7-F276-3CACB17658C7}"/>
              </a:ext>
            </a:extLst>
          </p:cNvPr>
          <p:cNvPicPr>
            <a:picLocks noChangeAspect="1"/>
          </p:cNvPicPr>
          <p:nvPr/>
        </p:nvPicPr>
        <p:blipFill>
          <a:blip r:embed="rId5"/>
          <a:srcRect l="4830" t="1077" r="38475" b="-977"/>
          <a:stretch>
            <a:fillRect/>
          </a:stretch>
        </p:blipFill>
        <p:spPr>
          <a:xfrm>
            <a:off x="327264" y="2702465"/>
            <a:ext cx="3855730" cy="1890843"/>
          </a:xfrm>
          <a:prstGeom prst="rect">
            <a:avLst/>
          </a:prstGeom>
        </p:spPr>
      </p:pic>
    </p:spTree>
    <p:extLst>
      <p:ext uri="{BB962C8B-B14F-4D97-AF65-F5344CB8AC3E}">
        <p14:creationId xmlns:p14="http://schemas.microsoft.com/office/powerpoint/2010/main" val="2141252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2">
          <a:extLst>
            <a:ext uri="{FF2B5EF4-FFF2-40B4-BE49-F238E27FC236}">
              <a16:creationId xmlns:a16="http://schemas.microsoft.com/office/drawing/2014/main" id="{31F37DBC-4611-5C9C-F130-E9F3AB83290C}"/>
            </a:ext>
          </a:extLst>
        </p:cNvPr>
        <p:cNvGrpSpPr/>
        <p:nvPr/>
      </p:nvGrpSpPr>
      <p:grpSpPr>
        <a:xfrm>
          <a:off x="0" y="0"/>
          <a:ext cx="0" cy="0"/>
          <a:chOff x="0" y="0"/>
          <a:chExt cx="0" cy="0"/>
        </a:xfrm>
      </p:grpSpPr>
      <p:sp>
        <p:nvSpPr>
          <p:cNvPr id="914" name="Google Shape;914;p29">
            <a:extLst>
              <a:ext uri="{FF2B5EF4-FFF2-40B4-BE49-F238E27FC236}">
                <a16:creationId xmlns:a16="http://schemas.microsoft.com/office/drawing/2014/main" id="{7F223EB6-25DA-652F-4C37-9E85290C36D4}"/>
              </a:ext>
            </a:extLst>
          </p:cNvPr>
          <p:cNvSpPr txBox="1">
            <a:spLocks noGrp="1"/>
          </p:cNvSpPr>
          <p:nvPr>
            <p:ph type="title"/>
          </p:nvPr>
        </p:nvSpPr>
        <p:spPr>
          <a:xfrm>
            <a:off x="2280014" y="1849587"/>
            <a:ext cx="4583971" cy="1182896"/>
          </a:xfrm>
          <a:prstGeom prst="rect">
            <a:avLst/>
          </a:prstGeom>
        </p:spPr>
        <p:txBody>
          <a:bodyPr spcFirstLastPara="1" wrap="square" lIns="91425" tIns="91425" rIns="91425" bIns="91425" anchor="b" anchorCtr="0">
            <a:noAutofit/>
          </a:bodyPr>
          <a:lstStyle/>
          <a:p>
            <a:r>
              <a:rPr lang="en-US" sz="5400"/>
              <a:t>THANK YOU</a:t>
            </a:r>
          </a:p>
        </p:txBody>
      </p:sp>
      <p:sp>
        <p:nvSpPr>
          <p:cNvPr id="3" name="Google Shape;702;p26">
            <a:extLst>
              <a:ext uri="{FF2B5EF4-FFF2-40B4-BE49-F238E27FC236}">
                <a16:creationId xmlns:a16="http://schemas.microsoft.com/office/drawing/2014/main" id="{0344D464-EEAF-AA1E-3687-AC9D342E8354}"/>
              </a:ext>
            </a:extLst>
          </p:cNvPr>
          <p:cNvSpPr/>
          <p:nvPr/>
        </p:nvSpPr>
        <p:spPr>
          <a:xfrm rot="1053742">
            <a:off x="4881111" y="250037"/>
            <a:ext cx="4314987" cy="4418593"/>
          </a:xfrm>
          <a:custGeom>
            <a:avLst/>
            <a:gdLst/>
            <a:ahLst/>
            <a:cxnLst/>
            <a:rect l="l" t="t" r="r" b="b"/>
            <a:pathLst>
              <a:path w="45721" h="44028" extrusionOk="0">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914;p29">
            <a:extLst>
              <a:ext uri="{FF2B5EF4-FFF2-40B4-BE49-F238E27FC236}">
                <a16:creationId xmlns:a16="http://schemas.microsoft.com/office/drawing/2014/main" id="{DF27541F-1157-C8EB-2B35-862BAA9901C7}"/>
              </a:ext>
            </a:extLst>
          </p:cNvPr>
          <p:cNvSpPr txBox="1">
            <a:spLocks/>
          </p:cNvSpPr>
          <p:nvPr/>
        </p:nvSpPr>
        <p:spPr>
          <a:xfrm>
            <a:off x="475103" y="-1963235"/>
            <a:ext cx="9832931" cy="1182896"/>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1pPr>
            <a:lvl2pPr marR="0" lvl="1"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2pPr>
            <a:lvl3pPr marR="0" lvl="2"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3pPr>
            <a:lvl4pPr marR="0" lvl="3"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4pPr>
            <a:lvl5pPr marR="0" lvl="4"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5pPr>
            <a:lvl6pPr marR="0" lvl="5"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6pPr>
            <a:lvl7pPr marR="0" lvl="6"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7pPr>
            <a:lvl8pPr marR="0" lvl="7"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8pPr>
            <a:lvl9pPr marR="0" lvl="8" algn="l" rtl="0">
              <a:lnSpc>
                <a:spcPct val="100000"/>
              </a:lnSpc>
              <a:spcBef>
                <a:spcPts val="0"/>
              </a:spcBef>
              <a:spcAft>
                <a:spcPts val="0"/>
              </a:spcAft>
              <a:buClr>
                <a:schemeClr val="dk1"/>
              </a:buClr>
              <a:buSzPts val="3000"/>
              <a:buFont typeface="Epilogue"/>
              <a:buNone/>
              <a:defRPr sz="3000" b="1" i="0" u="none" strike="noStrike" cap="none">
                <a:solidFill>
                  <a:schemeClr val="dk1"/>
                </a:solidFill>
                <a:latin typeface="Epilogue"/>
                <a:ea typeface="Epilogue"/>
                <a:cs typeface="Epilogue"/>
                <a:sym typeface="Epilogue"/>
              </a:defRPr>
            </a:lvl9pPr>
          </a:lstStyle>
          <a:p>
            <a:r>
              <a:rPr lang="en-US"/>
              <a:t>Output Screens:</a:t>
            </a:r>
          </a:p>
        </p:txBody>
      </p:sp>
    </p:spTree>
    <p:extLst>
      <p:ext uri="{BB962C8B-B14F-4D97-AF65-F5344CB8AC3E}">
        <p14:creationId xmlns:p14="http://schemas.microsoft.com/office/powerpoint/2010/main" val="28007292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776</Words>
  <Application>Microsoft Office PowerPoint</Application>
  <PresentationFormat>On-screen Show (16:9)</PresentationFormat>
  <Paragraphs>82</Paragraphs>
  <Slides>11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Epilogue</vt:lpstr>
      <vt:lpstr>__Inter_d65c78</vt:lpstr>
      <vt:lpstr>Raleway</vt:lpstr>
      <vt:lpstr>Lato</vt:lpstr>
      <vt:lpstr>Calibri</vt:lpstr>
      <vt:lpstr>Wingdings</vt:lpstr>
      <vt:lpstr>Arial</vt:lpstr>
      <vt:lpstr>Nunito Light</vt:lpstr>
      <vt:lpstr>Multimedia Software Pitch Deck by Slidesgo</vt:lpstr>
      <vt:lpstr>InsurAI: Corporate Policy Automation &amp; Intelligence System Infosys Springboard Virtual Internship 6.0</vt:lpstr>
      <vt:lpstr>Introduction</vt:lpstr>
      <vt:lpstr>System architecture</vt:lpstr>
      <vt:lpstr>Backend Logic</vt:lpstr>
      <vt:lpstr>Database Schema(class diagram)</vt:lpstr>
      <vt:lpstr>Output Screens:</vt:lpstr>
      <vt:lpstr>Output Screens:</vt:lpstr>
      <vt:lpstr>Output Screens:</vt:lpstr>
      <vt:lpstr>Output Screens:</vt:lpstr>
      <vt:lpstr>Output Screens: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Software Pitch Deck</dc:title>
  <cp:lastModifiedBy>Pranav Deepu</cp:lastModifiedBy>
  <cp:revision>3</cp:revision>
  <dcterms:modified xsi:type="dcterms:W3CDTF">2025-11-18T04:22:33Z</dcterms:modified>
</cp:coreProperties>
</file>